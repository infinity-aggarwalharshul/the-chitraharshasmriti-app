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4"/>
    <p:sldMasterId id="214748367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embeddedFontLst>
    <p:embeddedFont>
      <p:font typeface="Balsamiq Sans"/>
      <p:regular r:id="rId35"/>
      <p:bold r:id="rId36"/>
      <p:italic r:id="rId37"/>
      <p:boldItalic r:id="rId38"/>
    </p:embeddedFont>
    <p:embeddedFont>
      <p:font typeface="Poppins"/>
      <p:regular r:id="rId39"/>
      <p:bold r:id="rId40"/>
      <p:italic r:id="rId41"/>
      <p:boldItalic r:id="rId42"/>
    </p:embeddedFont>
    <p:embeddedFont>
      <p:font typeface="Montserrat"/>
      <p:regular r:id="rId43"/>
      <p:bold r:id="rId44"/>
      <p:italic r:id="rId45"/>
      <p:boldItalic r:id="rId46"/>
    </p:embeddedFont>
    <p:embeddedFont>
      <p:font typeface="Lato Light"/>
      <p:regular r:id="rId47"/>
      <p:bold r:id="rId48"/>
      <p:italic r:id="rId49"/>
      <p:boldItalic r:id="rId50"/>
    </p:embeddedFont>
    <p:embeddedFont>
      <p:font typeface="Quicksand SemiBold"/>
      <p:regular r:id="rId51"/>
      <p:bold r:id="rId52"/>
    </p:embeddedFont>
    <p:embeddedFont>
      <p:font typeface="Open Sans Medium"/>
      <p:regular r:id="rId53"/>
      <p:bold r:id="rId54"/>
      <p:italic r:id="rId55"/>
      <p:boldItalic r:id="rId56"/>
    </p:embeddedFont>
    <p:embeddedFont>
      <p:font typeface="Quicksand Medium"/>
      <p:regular r:id="rId57"/>
      <p:bold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bold.fntdata"/><Relationship Id="rId42" Type="http://schemas.openxmlformats.org/officeDocument/2006/relationships/font" Target="fonts/Poppins-boldItalic.fntdata"/><Relationship Id="rId41" Type="http://schemas.openxmlformats.org/officeDocument/2006/relationships/font" Target="fonts/Poppins-italic.fntdata"/><Relationship Id="rId44" Type="http://schemas.openxmlformats.org/officeDocument/2006/relationships/font" Target="fonts/Montserrat-bold.fntdata"/><Relationship Id="rId43" Type="http://schemas.openxmlformats.org/officeDocument/2006/relationships/font" Target="fonts/Montserrat-regular.fntdata"/><Relationship Id="rId46" Type="http://schemas.openxmlformats.org/officeDocument/2006/relationships/font" Target="fonts/Montserrat-boldItalic.fntdata"/><Relationship Id="rId45" Type="http://schemas.openxmlformats.org/officeDocument/2006/relationships/font" Target="fonts/Montserrat-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LatoLight-bold.fntdata"/><Relationship Id="rId47" Type="http://schemas.openxmlformats.org/officeDocument/2006/relationships/font" Target="fonts/LatoLight-regular.fntdata"/><Relationship Id="rId49" Type="http://schemas.openxmlformats.org/officeDocument/2006/relationships/font" Target="fonts/LatoLight-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font" Target="fonts/BalsamiqSans-regular.fntdata"/><Relationship Id="rId34" Type="http://schemas.openxmlformats.org/officeDocument/2006/relationships/slide" Target="slides/slide28.xml"/><Relationship Id="rId37" Type="http://schemas.openxmlformats.org/officeDocument/2006/relationships/font" Target="fonts/BalsamiqSans-italic.fntdata"/><Relationship Id="rId36" Type="http://schemas.openxmlformats.org/officeDocument/2006/relationships/font" Target="fonts/BalsamiqSans-bold.fntdata"/><Relationship Id="rId39" Type="http://schemas.openxmlformats.org/officeDocument/2006/relationships/font" Target="fonts/Poppins-regular.fntdata"/><Relationship Id="rId38" Type="http://schemas.openxmlformats.org/officeDocument/2006/relationships/font" Target="fonts/BalsamiqSans-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QuicksandSemiBold-regular.fntdata"/><Relationship Id="rId50" Type="http://schemas.openxmlformats.org/officeDocument/2006/relationships/font" Target="fonts/LatoLight-boldItalic.fntdata"/><Relationship Id="rId53" Type="http://schemas.openxmlformats.org/officeDocument/2006/relationships/font" Target="fonts/OpenSansMedium-regular.fntdata"/><Relationship Id="rId52" Type="http://schemas.openxmlformats.org/officeDocument/2006/relationships/font" Target="fonts/QuicksandSemiBold-bold.fntdata"/><Relationship Id="rId11" Type="http://schemas.openxmlformats.org/officeDocument/2006/relationships/slide" Target="slides/slide5.xml"/><Relationship Id="rId55" Type="http://schemas.openxmlformats.org/officeDocument/2006/relationships/font" Target="fonts/OpenSansMedium-italic.fntdata"/><Relationship Id="rId10" Type="http://schemas.openxmlformats.org/officeDocument/2006/relationships/slide" Target="slides/slide4.xml"/><Relationship Id="rId54" Type="http://schemas.openxmlformats.org/officeDocument/2006/relationships/font" Target="fonts/OpenSansMedium-bold.fntdata"/><Relationship Id="rId13" Type="http://schemas.openxmlformats.org/officeDocument/2006/relationships/slide" Target="slides/slide7.xml"/><Relationship Id="rId57" Type="http://schemas.openxmlformats.org/officeDocument/2006/relationships/font" Target="fonts/QuicksandMedium-regular.fntdata"/><Relationship Id="rId12" Type="http://schemas.openxmlformats.org/officeDocument/2006/relationships/slide" Target="slides/slide6.xml"/><Relationship Id="rId56" Type="http://schemas.openxmlformats.org/officeDocument/2006/relationships/font" Target="fonts/OpenSansMedium-boldItalic.fntdata"/><Relationship Id="rId15" Type="http://schemas.openxmlformats.org/officeDocument/2006/relationships/slide" Target="slides/slide9.xml"/><Relationship Id="rId14" Type="http://schemas.openxmlformats.org/officeDocument/2006/relationships/slide" Target="slides/slide8.xml"/><Relationship Id="rId58" Type="http://schemas.openxmlformats.org/officeDocument/2006/relationships/font" Target="fonts/QuicksandMedium-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SLIDES_API101067700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SLIDES_API101067700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a:t>Entered text</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Convert all these data into slide form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Here's a basic outline for a set of slides covering fundamental concepts in Python:</a:t>
            </a:r>
            <a:endParaRPr sz="1200"/>
          </a:p>
          <a:p>
            <a:pPr indent="0" lvl="0" marL="0" rtl="0" algn="l">
              <a:spcBef>
                <a:spcPts val="0"/>
              </a:spcBef>
              <a:spcAft>
                <a:spcPts val="0"/>
              </a:spcAft>
              <a:buNone/>
            </a:pPr>
            <a:r>
              <a:rPr lang="en-GB" sz="1200"/>
              <a:t>---</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**Slide 1: Introduction to Python**</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 Brief history of Python</a:t>
            </a:r>
            <a:endParaRPr sz="1200"/>
          </a:p>
          <a:p>
            <a:pPr indent="0" lvl="0" marL="0" rtl="0" algn="l">
              <a:spcBef>
                <a:spcPts val="0"/>
              </a:spcBef>
              <a:spcAft>
                <a:spcPts val="0"/>
              </a:spcAft>
              <a:buNone/>
            </a:pPr>
            <a:r>
              <a:rPr lang="en-GB" sz="1200"/>
              <a:t>- Why Python? (Versatility, readability, large community, etc.)</a:t>
            </a:r>
            <a:endParaRPr sz="1200"/>
          </a:p>
          <a:p>
            <a:pPr indent="0" lvl="0" marL="0" rtl="0" algn="l">
              <a:spcBef>
                <a:spcPts val="0"/>
              </a:spcBef>
              <a:spcAft>
                <a:spcPts val="0"/>
              </a:spcAft>
              <a:buNone/>
            </a:pPr>
            <a:r>
              <a:rPr lang="en-GB" sz="1200"/>
              <a:t>- Python 2 vs Python 3 (mention the transition)</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**Slide 2: Installing Python**</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 Downloading Python</a:t>
            </a:r>
            <a:endParaRPr sz="1200"/>
          </a:p>
          <a:p>
            <a:pPr indent="0" lvl="0" marL="0" rtl="0" algn="l">
              <a:spcBef>
                <a:spcPts val="0"/>
              </a:spcBef>
              <a:spcAft>
                <a:spcPts val="0"/>
              </a:spcAft>
              <a:buNone/>
            </a:pPr>
            <a:r>
              <a:rPr lang="en-GB" sz="1200"/>
              <a:t>- Installing Python on different platforms (Windows, macOS, Linux)</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**Slide 3: Your First Python Program**</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 Writing "Hello, World!" in Python</a:t>
            </a:r>
            <a:endParaRPr sz="1200"/>
          </a:p>
          <a:p>
            <a:pPr indent="0" lvl="0" marL="0" rtl="0" algn="l">
              <a:spcBef>
                <a:spcPts val="0"/>
              </a:spcBef>
              <a:spcAft>
                <a:spcPts val="0"/>
              </a:spcAft>
              <a:buNone/>
            </a:pPr>
            <a:r>
              <a:rPr lang="en-GB" sz="1200"/>
              <a:t>- Running Python scripts from the command line and IDLE</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**Slide 4: Variables and Data Types**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 Variables and assignment</a:t>
            </a:r>
            <a:endParaRPr sz="1200"/>
          </a:p>
          <a:p>
            <a:pPr indent="0" lvl="0" marL="0" rtl="0" algn="l">
              <a:spcBef>
                <a:spcPts val="0"/>
              </a:spcBef>
              <a:spcAft>
                <a:spcPts val="0"/>
              </a:spcAft>
              <a:buNone/>
            </a:pPr>
            <a:r>
              <a:rPr lang="en-GB" sz="1200"/>
              <a:t>- Common data types: int, float, string, boolean</a:t>
            </a:r>
            <a:endParaRPr sz="1200"/>
          </a:p>
          <a:p>
            <a:pPr indent="0" lvl="0" marL="0" rtl="0" algn="l">
              <a:spcBef>
                <a:spcPts val="0"/>
              </a:spcBef>
              <a:spcAft>
                <a:spcPts val="0"/>
              </a:spcAft>
              <a:buNone/>
            </a:pPr>
            <a:r>
              <a:rPr lang="en-GB" sz="1200"/>
              <a:t>- Dynamic typing in Python</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**Slide 5: Basic Operations**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 Arithmetic operators (+, -, *, /, %)</a:t>
            </a:r>
            <a:endParaRPr sz="1200"/>
          </a:p>
          <a:p>
            <a:pPr indent="0" lvl="0" marL="0" rtl="0" algn="l">
              <a:spcBef>
                <a:spcPts val="0"/>
              </a:spcBef>
              <a:spcAft>
                <a:spcPts val="0"/>
              </a:spcAft>
              <a:buNone/>
            </a:pPr>
            <a:r>
              <a:rPr lang="en-GB" sz="1200"/>
              <a:t>- Comparison operators (==, !=, &gt;, &lt;, &gt;=, &lt;=)</a:t>
            </a:r>
            <a:endParaRPr sz="1200"/>
          </a:p>
          <a:p>
            <a:pPr indent="0" lvl="0" marL="0" rtl="0" algn="l">
              <a:spcBef>
                <a:spcPts val="0"/>
              </a:spcBef>
              <a:spcAft>
                <a:spcPts val="0"/>
              </a:spcAft>
              <a:buNone/>
            </a:pPr>
            <a:r>
              <a:rPr lang="en-GB" sz="1200"/>
              <a:t>- Logical operators (and, or, not)</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**Slide 6: Control Structures**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 if statements</a:t>
            </a:r>
            <a:endParaRPr sz="1200"/>
          </a:p>
          <a:p>
            <a:pPr indent="0" lvl="0" marL="0" rtl="0" algn="l">
              <a:spcBef>
                <a:spcPts val="0"/>
              </a:spcBef>
              <a:spcAft>
                <a:spcPts val="0"/>
              </a:spcAft>
              <a:buNone/>
            </a:pPr>
            <a:r>
              <a:rPr lang="en-GB" sz="1200"/>
              <a:t>- else and elif clauses</a:t>
            </a:r>
            <a:endParaRPr sz="1200"/>
          </a:p>
          <a:p>
            <a:pPr indent="0" lvl="0" marL="0" rtl="0" algn="l">
              <a:spcBef>
                <a:spcPts val="0"/>
              </a:spcBef>
              <a:spcAft>
                <a:spcPts val="0"/>
              </a:spcAft>
              <a:buNone/>
            </a:pPr>
            <a:r>
              <a:rPr lang="en-GB" sz="1200"/>
              <a:t>- Indentation in Python</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**Slide 7: Loops**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 for loops</a:t>
            </a:r>
            <a:endParaRPr sz="1200"/>
          </a:p>
          <a:p>
            <a:pPr indent="0" lvl="0" marL="0" rtl="0" algn="l">
              <a:spcBef>
                <a:spcPts val="0"/>
              </a:spcBef>
              <a:spcAft>
                <a:spcPts val="0"/>
              </a:spcAft>
              <a:buNone/>
            </a:pPr>
            <a:r>
              <a:rPr lang="en-GB" sz="1200"/>
              <a:t>- while loops</a:t>
            </a:r>
            <a:endParaRPr sz="1200"/>
          </a:p>
          <a:p>
            <a:pPr indent="0" lvl="0" marL="0" rtl="0" algn="l">
              <a:spcBef>
                <a:spcPts val="0"/>
              </a:spcBef>
              <a:spcAft>
                <a:spcPts val="0"/>
              </a:spcAft>
              <a:buNone/>
            </a:pPr>
            <a:r>
              <a:rPr lang="en-GB" sz="1200"/>
              <a:t>- Loop control statements (break, continue)</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**Slide 8: Data Structures**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 Lists</a:t>
            </a:r>
            <a:endParaRPr sz="1200"/>
          </a:p>
          <a:p>
            <a:pPr indent="0" lvl="0" marL="0" rtl="0" algn="l">
              <a:spcBef>
                <a:spcPts val="0"/>
              </a:spcBef>
              <a:spcAft>
                <a:spcPts val="0"/>
              </a:spcAft>
              <a:buNone/>
            </a:pPr>
            <a:r>
              <a:rPr lang="en-GB" sz="1200"/>
              <a:t>- Tuples</a:t>
            </a:r>
            <a:endParaRPr sz="1200"/>
          </a:p>
          <a:p>
            <a:pPr indent="0" lvl="0" marL="0" rtl="0" algn="l">
              <a:spcBef>
                <a:spcPts val="0"/>
              </a:spcBef>
              <a:spcAft>
                <a:spcPts val="0"/>
              </a:spcAft>
              <a:buNone/>
            </a:pPr>
            <a:r>
              <a:rPr lang="en-GB" sz="1200"/>
              <a:t>- Dictionaries</a:t>
            </a:r>
            <a:endParaRPr sz="1200"/>
          </a:p>
          <a:p>
            <a:pPr indent="0" lvl="0" marL="0" rtl="0" algn="l">
              <a:spcBef>
                <a:spcPts val="0"/>
              </a:spcBef>
              <a:spcAft>
                <a:spcPts val="0"/>
              </a:spcAft>
              <a:buNone/>
            </a:pPr>
            <a:r>
              <a:rPr lang="en-GB" sz="1200"/>
              <a:t>- Sets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**Slide 9: Functions**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 Defining functions</a:t>
            </a:r>
            <a:endParaRPr sz="1200"/>
          </a:p>
          <a:p>
            <a:pPr indent="0" lvl="0" marL="0" rtl="0" algn="l">
              <a:spcBef>
                <a:spcPts val="0"/>
              </a:spcBef>
              <a:spcAft>
                <a:spcPts val="0"/>
              </a:spcAft>
              <a:buNone/>
            </a:pPr>
            <a:r>
              <a:rPr lang="en-GB" sz="1200"/>
              <a:t>- Parameters and arguments</a:t>
            </a:r>
            <a:endParaRPr sz="1200"/>
          </a:p>
          <a:p>
            <a:pPr indent="0" lvl="0" marL="0" rtl="0" algn="l">
              <a:spcBef>
                <a:spcPts val="0"/>
              </a:spcBef>
              <a:spcAft>
                <a:spcPts val="0"/>
              </a:spcAft>
              <a:buNone/>
            </a:pPr>
            <a:r>
              <a:rPr lang="en-GB" sz="1200"/>
              <a:t>- Return statement</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**Slide 10: Modules and Packages**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 Importing modules</a:t>
            </a:r>
            <a:endParaRPr sz="1200"/>
          </a:p>
          <a:p>
            <a:pPr indent="0" lvl="0" marL="0" rtl="0" algn="l">
              <a:spcBef>
                <a:spcPts val="0"/>
              </a:spcBef>
              <a:spcAft>
                <a:spcPts val="0"/>
              </a:spcAft>
              <a:buNone/>
            </a:pPr>
            <a:r>
              <a:rPr lang="en-GB" sz="1200"/>
              <a:t>- Creating your own modules</a:t>
            </a:r>
            <a:endParaRPr sz="1200"/>
          </a:p>
          <a:p>
            <a:pPr indent="0" lvl="0" marL="0" rtl="0" algn="l">
              <a:spcBef>
                <a:spcPts val="0"/>
              </a:spcBef>
              <a:spcAft>
                <a:spcPts val="0"/>
              </a:spcAft>
              <a:buNone/>
            </a:pPr>
            <a:r>
              <a:rPr lang="en-GB" sz="1200"/>
              <a:t>- Installing packages using pip</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**Slide 11: Error Handling**</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 Exception handling with try and except</a:t>
            </a:r>
            <a:endParaRPr sz="1200"/>
          </a:p>
          <a:p>
            <a:pPr indent="0" lvl="0" marL="0" rtl="0" algn="l">
              <a:spcBef>
                <a:spcPts val="0"/>
              </a:spcBef>
              <a:spcAft>
                <a:spcPts val="0"/>
              </a:spcAft>
              <a:buNone/>
            </a:pPr>
            <a:r>
              <a:rPr lang="en-GB" sz="1200"/>
              <a:t>- Handling specific exceptions</a:t>
            </a:r>
            <a:endParaRPr sz="1200"/>
          </a:p>
          <a:p>
            <a:pPr indent="0" lvl="0" marL="0" rtl="0" algn="l">
              <a:spcBef>
                <a:spcPts val="0"/>
              </a:spcBef>
              <a:spcAft>
                <a:spcPts val="0"/>
              </a:spcAft>
              <a:buNone/>
            </a:pPr>
            <a:r>
              <a:rPr lang="en-GB" sz="1200"/>
              <a:t>- finally block</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**Slide 12: File Handling**</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 Opening and closing files</a:t>
            </a:r>
            <a:endParaRPr sz="1200"/>
          </a:p>
          <a:p>
            <a:pPr indent="0" lvl="0" marL="0" rtl="0" algn="l">
              <a:spcBef>
                <a:spcPts val="0"/>
              </a:spcBef>
              <a:spcAft>
                <a:spcPts val="0"/>
              </a:spcAft>
              <a:buNone/>
            </a:pPr>
            <a:r>
              <a:rPr lang="en-GB" sz="1200"/>
              <a:t>- Reading from and writing to files</a:t>
            </a:r>
            <a:endParaRPr sz="1200"/>
          </a:p>
          <a:p>
            <a:pPr indent="0" lvl="0" marL="0" rtl="0" algn="l">
              <a:spcBef>
                <a:spcPts val="0"/>
              </a:spcBef>
              <a:spcAft>
                <a:spcPts val="0"/>
              </a:spcAft>
              <a:buNone/>
            </a:pPr>
            <a:r>
              <a:rPr lang="en-GB" sz="1200"/>
              <a:t>- Using 'with' statement for file handling</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**Slide 13: Object-Oriented Programming (OOP)**</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 Classes and objects</a:t>
            </a:r>
            <a:endParaRPr sz="1200"/>
          </a:p>
          <a:p>
            <a:pPr indent="0" lvl="0" marL="0" rtl="0" algn="l">
              <a:spcBef>
                <a:spcPts val="0"/>
              </a:spcBef>
              <a:spcAft>
                <a:spcPts val="0"/>
              </a:spcAft>
              <a:buNone/>
            </a:pPr>
            <a:r>
              <a:rPr lang="en-GB" sz="1200"/>
              <a:t>- Attributes and methods</a:t>
            </a:r>
            <a:endParaRPr sz="1200"/>
          </a:p>
          <a:p>
            <a:pPr indent="0" lvl="0" marL="0" rtl="0" algn="l">
              <a:spcBef>
                <a:spcPts val="0"/>
              </a:spcBef>
              <a:spcAft>
                <a:spcPts val="0"/>
              </a:spcAft>
              <a:buNone/>
            </a:pPr>
            <a:r>
              <a:rPr lang="en-GB" sz="1200"/>
              <a:t>- Inheritance</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**Slide 14: Advanced Topics**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 List comprehensions</a:t>
            </a:r>
            <a:endParaRPr sz="1200"/>
          </a:p>
          <a:p>
            <a:pPr indent="0" lvl="0" marL="0" rtl="0" algn="l">
              <a:spcBef>
                <a:spcPts val="0"/>
              </a:spcBef>
              <a:spcAft>
                <a:spcPts val="0"/>
              </a:spcAft>
              <a:buNone/>
            </a:pPr>
            <a:r>
              <a:rPr lang="en-GB" sz="1200"/>
              <a:t>- Lambda functions</a:t>
            </a:r>
            <a:endParaRPr sz="1200"/>
          </a:p>
          <a:p>
            <a:pPr indent="0" lvl="0" marL="0" rtl="0" algn="l">
              <a:spcBef>
                <a:spcPts val="0"/>
              </a:spcBef>
              <a:spcAft>
                <a:spcPts val="0"/>
              </a:spcAft>
              <a:buNone/>
            </a:pPr>
            <a:r>
              <a:rPr lang="en-GB" sz="1200"/>
              <a:t>- Generators</a:t>
            </a:r>
            <a:endParaRPr sz="1200"/>
          </a:p>
          <a:p>
            <a:pPr indent="0" lvl="0" marL="0" rtl="0" algn="l">
              <a:spcBef>
                <a:spcPts val="0"/>
              </a:spcBef>
              <a:spcAft>
                <a:spcPts val="0"/>
              </a:spcAft>
              <a:buNone/>
            </a:pPr>
            <a:r>
              <a:rPr lang="en-GB" sz="1200"/>
              <a:t>- Decorators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**Slide 15: Resources**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 Online tutorials and documentation</a:t>
            </a:r>
            <a:endParaRPr sz="1200"/>
          </a:p>
          <a:p>
            <a:pPr indent="0" lvl="0" marL="0" rtl="0" algn="l">
              <a:spcBef>
                <a:spcPts val="0"/>
              </a:spcBef>
              <a:spcAft>
                <a:spcPts val="0"/>
              </a:spcAft>
              <a:buNone/>
            </a:pPr>
            <a:r>
              <a:rPr lang="en-GB" sz="1200"/>
              <a:t>- Recommended books</a:t>
            </a:r>
            <a:endParaRPr sz="1200"/>
          </a:p>
          <a:p>
            <a:pPr indent="0" lvl="0" marL="0" rtl="0" algn="l">
              <a:spcBef>
                <a:spcPts val="0"/>
              </a:spcBef>
              <a:spcAft>
                <a:spcPts val="0"/>
              </a:spcAft>
              <a:buNone/>
            </a:pPr>
            <a:r>
              <a:rPr lang="en-GB" sz="1200"/>
              <a:t>- Python community forums and websites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**Slide 16: Conclusion**</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 Summary of key points</a:t>
            </a:r>
            <a:endParaRPr sz="1200"/>
          </a:p>
          <a:p>
            <a:pPr indent="0" lvl="0" marL="0" rtl="0" algn="l">
              <a:spcBef>
                <a:spcPts val="0"/>
              </a:spcBef>
              <a:spcAft>
                <a:spcPts val="0"/>
              </a:spcAft>
              <a:buNone/>
            </a:pPr>
            <a:r>
              <a:rPr lang="en-GB" sz="1200"/>
              <a:t>- Encouragement to practice and explore further</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GB" sz="1200"/>
              <a:t>This outline covers the basics comprehensively. Each slide can include bullet points, code snippets, and possibly diagrams to illustrate the concepts. Let me know if you'd like more detailed content for any specific slide!</a:t>
            </a:r>
            <a:endParaRPr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SLIDES_API68079092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SLIDES_API68079092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SLIDES_API1010677009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SLIDES_API1010677009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SLIDES_API1010677009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SLIDES_API1010677009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SLIDES_API1010677009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SLIDES_API1010677009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SLIDES_API1010677009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SLIDES_API1010677009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SLIDES_API1010677009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SLIDES_API1010677009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SLIDES_API1010677009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SLIDES_API1010677009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SLIDES_API1010677009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SLIDES_API1010677009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SLIDES_API1010677009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SLIDES_API1010677009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SLIDES_API1010677009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SLIDES_API1010677009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SLIDES_API1010677009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SLIDES_API1010677009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SLIDES_API680790926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SLIDES_API680790926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SLIDES_API680790926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SLIDES_API680790926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SLIDES_API680790926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SLIDES_API680790926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SLIDES_API680790926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SLIDES_API680790926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SLIDES_API680790926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SLIDES_API680790926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SLIDES_API680790926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SLIDES_API680790926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SLIDES_API680790926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SLIDES_API680790926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SLIDES_API680790926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SLIDES_API680790926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SLIDES_API680790926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SLIDES_API680790926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SLIDES_API680790926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SLIDES_API680790926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SLIDES_API680790926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SLIDES_API680790926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SLIDES_API680790926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SLIDES_API680790926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SLIDES_API680790926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SLIDES_API680790926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SLIDES_API680790926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SLIDES_API680790926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SLIDES_API680790926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SLIDES_API680790926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SLIDES_API680790926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SLIDES_API680790926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0" Type="http://schemas.openxmlformats.org/officeDocument/2006/relationships/image" Target="../media/image15.png"/><Relationship Id="rId11" Type="http://schemas.openxmlformats.org/officeDocument/2006/relationships/image" Target="../media/image14.png"/><Relationship Id="rId10" Type="http://schemas.openxmlformats.org/officeDocument/2006/relationships/image" Target="../media/image2.png"/><Relationship Id="rId13" Type="http://schemas.openxmlformats.org/officeDocument/2006/relationships/image" Target="../media/image5.png"/><Relationship Id="rId12" Type="http://schemas.openxmlformats.org/officeDocument/2006/relationships/image" Target="../media/image27.png"/><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image" Target="../media/image29.png"/><Relationship Id="rId9" Type="http://schemas.openxmlformats.org/officeDocument/2006/relationships/image" Target="../media/image33.png"/><Relationship Id="rId15" Type="http://schemas.openxmlformats.org/officeDocument/2006/relationships/image" Target="../media/image7.png"/><Relationship Id="rId14" Type="http://schemas.openxmlformats.org/officeDocument/2006/relationships/image" Target="../media/image13.png"/><Relationship Id="rId17" Type="http://schemas.openxmlformats.org/officeDocument/2006/relationships/image" Target="../media/image12.png"/><Relationship Id="rId16" Type="http://schemas.openxmlformats.org/officeDocument/2006/relationships/image" Target="../media/image4.png"/><Relationship Id="rId5" Type="http://schemas.openxmlformats.org/officeDocument/2006/relationships/image" Target="../media/image8.png"/><Relationship Id="rId19" Type="http://schemas.openxmlformats.org/officeDocument/2006/relationships/image" Target="../media/image24.png"/><Relationship Id="rId6" Type="http://schemas.openxmlformats.org/officeDocument/2006/relationships/image" Target="../media/image9.png"/><Relationship Id="rId18" Type="http://schemas.openxmlformats.org/officeDocument/2006/relationships/image" Target="../media/image10.png"/><Relationship Id="rId7" Type="http://schemas.openxmlformats.org/officeDocument/2006/relationships/image" Target="../media/image1.png"/><Relationship Id="rId8"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16.png"/><Relationship Id="rId4" Type="http://schemas.openxmlformats.org/officeDocument/2006/relationships/image" Target="../media/image32.png"/><Relationship Id="rId5" Type="http://schemas.openxmlformats.org/officeDocument/2006/relationships/image" Target="../media/image17.png"/><Relationship Id="rId6" Type="http://schemas.openxmlformats.org/officeDocument/2006/relationships/image" Target="../media/image20.png"/><Relationship Id="rId7" Type="http://schemas.openxmlformats.org/officeDocument/2006/relationships/image" Target="../media/image36.png"/></Relationships>
</file>

<file path=ppt/slideLayouts/_rels/slideLayout14.xml.rels><?xml version="1.0" encoding="UTF-8" standalone="yes"?><Relationships xmlns="http://schemas.openxmlformats.org/package/2006/relationships"><Relationship Id="rId11" Type="http://schemas.openxmlformats.org/officeDocument/2006/relationships/image" Target="../media/image36.png"/><Relationship Id="rId10" Type="http://schemas.openxmlformats.org/officeDocument/2006/relationships/image" Target="../media/image20.png"/><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23.png"/><Relationship Id="rId4" Type="http://schemas.openxmlformats.org/officeDocument/2006/relationships/image" Target="../media/image37.png"/><Relationship Id="rId9" Type="http://schemas.openxmlformats.org/officeDocument/2006/relationships/image" Target="../media/image21.png"/><Relationship Id="rId5" Type="http://schemas.openxmlformats.org/officeDocument/2006/relationships/image" Target="../media/image8.png"/><Relationship Id="rId6" Type="http://schemas.openxmlformats.org/officeDocument/2006/relationships/image" Target="../media/image1.png"/><Relationship Id="rId7" Type="http://schemas.openxmlformats.org/officeDocument/2006/relationships/image" Target="../media/image6.png"/><Relationship Id="rId8" Type="http://schemas.openxmlformats.org/officeDocument/2006/relationships/image" Target="../media/image3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image" Target="../media/image36.png"/><Relationship Id="rId6" Type="http://schemas.openxmlformats.org/officeDocument/2006/relationships/image" Target="../media/image2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23.png"/><Relationship Id="rId4" Type="http://schemas.openxmlformats.org/officeDocument/2006/relationships/image" Target="../media/image43.png"/><Relationship Id="rId5" Type="http://schemas.openxmlformats.org/officeDocument/2006/relationships/image" Target="../media/image3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34.png"/><Relationship Id="rId4" Type="http://schemas.openxmlformats.org/officeDocument/2006/relationships/image" Target="../media/image37.png"/><Relationship Id="rId5" Type="http://schemas.openxmlformats.org/officeDocument/2006/relationships/image" Target="../media/image2.png"/><Relationship Id="rId6" Type="http://schemas.openxmlformats.org/officeDocument/2006/relationships/image" Target="../media/image21.png"/></Relationships>
</file>

<file path=ppt/slideLayouts/_rels/slideLayout18.xml.rels><?xml version="1.0" encoding="UTF-8" standalone="yes"?><Relationships xmlns="http://schemas.openxmlformats.org/package/2006/relationships"><Relationship Id="rId11" Type="http://schemas.openxmlformats.org/officeDocument/2006/relationships/image" Target="../media/image15.png"/><Relationship Id="rId10" Type="http://schemas.openxmlformats.org/officeDocument/2006/relationships/image" Target="../media/image24.png"/><Relationship Id="rId13" Type="http://schemas.openxmlformats.org/officeDocument/2006/relationships/image" Target="../media/image23.png"/><Relationship Id="rId12" Type="http://schemas.openxmlformats.org/officeDocument/2006/relationships/image" Target="../media/image35.png"/><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7.png"/><Relationship Id="rId4" Type="http://schemas.openxmlformats.org/officeDocument/2006/relationships/image" Target="../media/image5.png"/><Relationship Id="rId9" Type="http://schemas.openxmlformats.org/officeDocument/2006/relationships/image" Target="../media/image10.png"/><Relationship Id="rId15" Type="http://schemas.openxmlformats.org/officeDocument/2006/relationships/image" Target="../media/image36.png"/><Relationship Id="rId14" Type="http://schemas.openxmlformats.org/officeDocument/2006/relationships/image" Target="../media/image20.png"/><Relationship Id="rId16" Type="http://schemas.openxmlformats.org/officeDocument/2006/relationships/image" Target="../media/image25.png"/><Relationship Id="rId5" Type="http://schemas.openxmlformats.org/officeDocument/2006/relationships/image" Target="../media/image13.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0" Type="http://schemas.openxmlformats.org/officeDocument/2006/relationships/image" Target="../media/image21.png"/><Relationship Id="rId11" Type="http://schemas.openxmlformats.org/officeDocument/2006/relationships/image" Target="../media/image24.png"/><Relationship Id="rId10" Type="http://schemas.openxmlformats.org/officeDocument/2006/relationships/image" Target="../media/image10.png"/><Relationship Id="rId13" Type="http://schemas.openxmlformats.org/officeDocument/2006/relationships/image" Target="../media/image11.png"/><Relationship Id="rId12" Type="http://schemas.openxmlformats.org/officeDocument/2006/relationships/image" Target="../media/image15.png"/><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image" Target="../media/image27.png"/><Relationship Id="rId9" Type="http://schemas.openxmlformats.org/officeDocument/2006/relationships/image" Target="../media/image12.png"/><Relationship Id="rId15" Type="http://schemas.openxmlformats.org/officeDocument/2006/relationships/image" Target="../media/image1.png"/><Relationship Id="rId14" Type="http://schemas.openxmlformats.org/officeDocument/2006/relationships/image" Target="../media/image9.png"/><Relationship Id="rId17" Type="http://schemas.openxmlformats.org/officeDocument/2006/relationships/image" Target="../media/image33.png"/><Relationship Id="rId16" Type="http://schemas.openxmlformats.org/officeDocument/2006/relationships/image" Target="../media/image6.png"/><Relationship Id="rId5" Type="http://schemas.openxmlformats.org/officeDocument/2006/relationships/image" Target="../media/image5.png"/><Relationship Id="rId19" Type="http://schemas.openxmlformats.org/officeDocument/2006/relationships/image" Target="../media/image37.png"/><Relationship Id="rId6" Type="http://schemas.openxmlformats.org/officeDocument/2006/relationships/image" Target="../media/image13.png"/><Relationship Id="rId18" Type="http://schemas.openxmlformats.org/officeDocument/2006/relationships/image" Target="../media/image2.png"/><Relationship Id="rId7" Type="http://schemas.openxmlformats.org/officeDocument/2006/relationships/image" Target="../media/image7.png"/><Relationship Id="rId8"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21.png"/><Relationship Id="rId4" Type="http://schemas.openxmlformats.org/officeDocument/2006/relationships/image" Target="../media/image26.png"/><Relationship Id="rId5" Type="http://schemas.openxmlformats.org/officeDocument/2006/relationships/image" Target="../media/image1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2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16.png"/><Relationship Id="rId4" Type="http://schemas.openxmlformats.org/officeDocument/2006/relationships/image" Target="../media/image4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33.png"/><Relationship Id="rId7" Type="http://schemas.openxmlformats.org/officeDocument/2006/relationships/image" Target="../media/image21.png"/><Relationship Id="rId8" Type="http://schemas.openxmlformats.org/officeDocument/2006/relationships/image" Target="../media/image28.png"/></Relationships>
</file>

<file path=ppt/slideLayouts/_rels/slideLayout26.xml.rels><?xml version="1.0" encoding="UTF-8" standalone="yes"?><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7.png"/><Relationship Id="rId13" Type="http://schemas.openxmlformats.org/officeDocument/2006/relationships/image" Target="../media/image15.png"/><Relationship Id="rId12" Type="http://schemas.openxmlformats.org/officeDocument/2006/relationships/image" Target="../media/image12.png"/><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16.png"/><Relationship Id="rId4" Type="http://schemas.openxmlformats.org/officeDocument/2006/relationships/image" Target="../media/image23.png"/><Relationship Id="rId9" Type="http://schemas.openxmlformats.org/officeDocument/2006/relationships/image" Target="../media/image13.png"/><Relationship Id="rId15" Type="http://schemas.openxmlformats.org/officeDocument/2006/relationships/image" Target="../media/image20.png"/><Relationship Id="rId14" Type="http://schemas.openxmlformats.org/officeDocument/2006/relationships/image" Target="../media/image21.png"/><Relationship Id="rId17" Type="http://schemas.openxmlformats.org/officeDocument/2006/relationships/image" Target="../media/image25.png"/><Relationship Id="rId16" Type="http://schemas.openxmlformats.org/officeDocument/2006/relationships/image" Target="../media/image36.png"/><Relationship Id="rId5" Type="http://schemas.openxmlformats.org/officeDocument/2006/relationships/image" Target="../media/image3.png"/><Relationship Id="rId6" Type="http://schemas.openxmlformats.org/officeDocument/2006/relationships/image" Target="../media/image14.png"/><Relationship Id="rId18" Type="http://schemas.openxmlformats.org/officeDocument/2006/relationships/image" Target="../media/image44.png"/><Relationship Id="rId7" Type="http://schemas.openxmlformats.org/officeDocument/2006/relationships/image" Target="../media/image27.png"/><Relationship Id="rId8"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_Introduction_Slide_1">
  <p:cSld name="TITLE_2">
    <p:bg>
      <p:bgPr>
        <a:solidFill>
          <a:schemeClr val="dk1"/>
        </a:solidFill>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732150" y="1432763"/>
            <a:ext cx="7679700" cy="726900"/>
          </a:xfrm>
          <a:prstGeom prst="rect">
            <a:avLst/>
          </a:prstGeom>
        </p:spPr>
        <p:txBody>
          <a:bodyPr anchorCtr="0" anchor="b" bIns="34275" lIns="34275" spcFirstLastPara="1" rIns="34275" wrap="square" tIns="34275">
            <a:noAutofit/>
          </a:bodyPr>
          <a:lstStyle>
            <a:lvl1pPr lvl="0" algn="ctr">
              <a:spcBef>
                <a:spcPts val="0"/>
              </a:spcBef>
              <a:spcAft>
                <a:spcPts val="0"/>
              </a:spcAft>
              <a:buClr>
                <a:schemeClr val="accent3"/>
              </a:buClr>
              <a:buSzPts val="3200"/>
              <a:buNone/>
              <a:defRPr sz="3200">
                <a:solidFill>
                  <a:schemeClr val="accent3"/>
                </a:solidFill>
              </a:defRPr>
            </a:lvl1pPr>
            <a:lvl2pPr lvl="1">
              <a:spcBef>
                <a:spcPts val="0"/>
              </a:spcBef>
              <a:spcAft>
                <a:spcPts val="0"/>
              </a:spcAft>
              <a:buClr>
                <a:schemeClr val="lt2"/>
              </a:buClr>
              <a:buSzPts val="500"/>
              <a:buNone/>
              <a:defRPr>
                <a:solidFill>
                  <a:schemeClr val="lt2"/>
                </a:solidFill>
                <a:latin typeface="Poppins"/>
                <a:ea typeface="Poppins"/>
                <a:cs typeface="Poppins"/>
                <a:sym typeface="Poppins"/>
              </a:defRPr>
            </a:lvl2pPr>
            <a:lvl3pPr lvl="2">
              <a:spcBef>
                <a:spcPts val="0"/>
              </a:spcBef>
              <a:spcAft>
                <a:spcPts val="0"/>
              </a:spcAft>
              <a:buClr>
                <a:schemeClr val="lt2"/>
              </a:buClr>
              <a:buSzPts val="500"/>
              <a:buNone/>
              <a:defRPr>
                <a:solidFill>
                  <a:schemeClr val="lt2"/>
                </a:solidFill>
                <a:latin typeface="Poppins"/>
                <a:ea typeface="Poppins"/>
                <a:cs typeface="Poppins"/>
                <a:sym typeface="Poppins"/>
              </a:defRPr>
            </a:lvl3pPr>
            <a:lvl4pPr lvl="3">
              <a:spcBef>
                <a:spcPts val="0"/>
              </a:spcBef>
              <a:spcAft>
                <a:spcPts val="0"/>
              </a:spcAft>
              <a:buClr>
                <a:schemeClr val="lt2"/>
              </a:buClr>
              <a:buSzPts val="500"/>
              <a:buNone/>
              <a:defRPr>
                <a:solidFill>
                  <a:schemeClr val="lt2"/>
                </a:solidFill>
                <a:latin typeface="Poppins"/>
                <a:ea typeface="Poppins"/>
                <a:cs typeface="Poppins"/>
                <a:sym typeface="Poppins"/>
              </a:defRPr>
            </a:lvl4pPr>
            <a:lvl5pPr lvl="4">
              <a:spcBef>
                <a:spcPts val="0"/>
              </a:spcBef>
              <a:spcAft>
                <a:spcPts val="0"/>
              </a:spcAft>
              <a:buClr>
                <a:schemeClr val="lt2"/>
              </a:buClr>
              <a:buSzPts val="500"/>
              <a:buNone/>
              <a:defRPr>
                <a:solidFill>
                  <a:schemeClr val="lt2"/>
                </a:solidFill>
                <a:latin typeface="Poppins"/>
                <a:ea typeface="Poppins"/>
                <a:cs typeface="Poppins"/>
                <a:sym typeface="Poppins"/>
              </a:defRPr>
            </a:lvl5pPr>
            <a:lvl6pPr lvl="5">
              <a:spcBef>
                <a:spcPts val="0"/>
              </a:spcBef>
              <a:spcAft>
                <a:spcPts val="0"/>
              </a:spcAft>
              <a:buClr>
                <a:schemeClr val="lt2"/>
              </a:buClr>
              <a:buSzPts val="500"/>
              <a:buNone/>
              <a:defRPr>
                <a:solidFill>
                  <a:schemeClr val="lt2"/>
                </a:solidFill>
                <a:latin typeface="Poppins"/>
                <a:ea typeface="Poppins"/>
                <a:cs typeface="Poppins"/>
                <a:sym typeface="Poppins"/>
              </a:defRPr>
            </a:lvl6pPr>
            <a:lvl7pPr lvl="6">
              <a:spcBef>
                <a:spcPts val="0"/>
              </a:spcBef>
              <a:spcAft>
                <a:spcPts val="0"/>
              </a:spcAft>
              <a:buClr>
                <a:schemeClr val="lt2"/>
              </a:buClr>
              <a:buSzPts val="500"/>
              <a:buNone/>
              <a:defRPr>
                <a:solidFill>
                  <a:schemeClr val="lt2"/>
                </a:solidFill>
                <a:latin typeface="Poppins"/>
                <a:ea typeface="Poppins"/>
                <a:cs typeface="Poppins"/>
                <a:sym typeface="Poppins"/>
              </a:defRPr>
            </a:lvl7pPr>
            <a:lvl8pPr lvl="7">
              <a:spcBef>
                <a:spcPts val="0"/>
              </a:spcBef>
              <a:spcAft>
                <a:spcPts val="0"/>
              </a:spcAft>
              <a:buClr>
                <a:schemeClr val="lt2"/>
              </a:buClr>
              <a:buSzPts val="500"/>
              <a:buNone/>
              <a:defRPr>
                <a:solidFill>
                  <a:schemeClr val="lt2"/>
                </a:solidFill>
                <a:latin typeface="Poppins"/>
                <a:ea typeface="Poppins"/>
                <a:cs typeface="Poppins"/>
                <a:sym typeface="Poppins"/>
              </a:defRPr>
            </a:lvl8pPr>
            <a:lvl9pPr lvl="8">
              <a:spcBef>
                <a:spcPts val="0"/>
              </a:spcBef>
              <a:spcAft>
                <a:spcPts val="0"/>
              </a:spcAft>
              <a:buClr>
                <a:schemeClr val="lt2"/>
              </a:buClr>
              <a:buSzPts val="500"/>
              <a:buNone/>
              <a:defRPr>
                <a:solidFill>
                  <a:schemeClr val="lt2"/>
                </a:solidFill>
                <a:latin typeface="Poppins"/>
                <a:ea typeface="Poppins"/>
                <a:cs typeface="Poppins"/>
                <a:sym typeface="Poppins"/>
              </a:defRPr>
            </a:lvl9pPr>
          </a:lstStyle>
          <a:p/>
        </p:txBody>
      </p:sp>
      <p:sp>
        <p:nvSpPr>
          <p:cNvPr id="55" name="Google Shape;55;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GB"/>
              <a:t>‹#›</a:t>
            </a:fld>
            <a:endParaRPr/>
          </a:p>
        </p:txBody>
      </p:sp>
      <p:sp>
        <p:nvSpPr>
          <p:cNvPr id="56" name="Google Shape;56;p14"/>
          <p:cNvSpPr txBox="1"/>
          <p:nvPr>
            <p:ph idx="1" type="body"/>
          </p:nvPr>
        </p:nvSpPr>
        <p:spPr>
          <a:xfrm>
            <a:off x="732150" y="2229500"/>
            <a:ext cx="7679700" cy="1959600"/>
          </a:xfrm>
          <a:prstGeom prst="rect">
            <a:avLst/>
          </a:prstGeom>
        </p:spPr>
        <p:txBody>
          <a:bodyPr anchorCtr="0" anchor="t" bIns="91425" lIns="91425" spcFirstLastPara="1" rIns="91425" wrap="square" tIns="91425">
            <a:noAutofit/>
          </a:bodyPr>
          <a:lstStyle>
            <a:lvl1pPr indent="-311150" lvl="0" marL="457200" algn="ctr">
              <a:spcBef>
                <a:spcPts val="0"/>
              </a:spcBef>
              <a:spcAft>
                <a:spcPts val="0"/>
              </a:spcAft>
              <a:buClr>
                <a:schemeClr val="lt1"/>
              </a:buClr>
              <a:buSzPts val="1300"/>
              <a:buChar char="●"/>
              <a:defRPr sz="1300">
                <a:solidFill>
                  <a:schemeClr val="lt1"/>
                </a:solidFill>
              </a:defRPr>
            </a:lvl1pPr>
            <a:lvl2pPr indent="-311150" lvl="1" marL="914400" algn="ctr">
              <a:spcBef>
                <a:spcPts val="0"/>
              </a:spcBef>
              <a:spcAft>
                <a:spcPts val="0"/>
              </a:spcAft>
              <a:buClr>
                <a:schemeClr val="lt1"/>
              </a:buClr>
              <a:buSzPts val="1300"/>
              <a:buChar char="○"/>
              <a:defRPr sz="1300">
                <a:solidFill>
                  <a:schemeClr val="lt1"/>
                </a:solidFill>
              </a:defRPr>
            </a:lvl2pPr>
            <a:lvl3pPr indent="-311150" lvl="2" marL="1371600" algn="ctr">
              <a:spcBef>
                <a:spcPts val="0"/>
              </a:spcBef>
              <a:spcAft>
                <a:spcPts val="0"/>
              </a:spcAft>
              <a:buClr>
                <a:schemeClr val="lt1"/>
              </a:buClr>
              <a:buSzPts val="1300"/>
              <a:buChar char="■"/>
              <a:defRPr sz="1300">
                <a:solidFill>
                  <a:schemeClr val="lt1"/>
                </a:solidFill>
              </a:defRPr>
            </a:lvl3pPr>
            <a:lvl4pPr indent="-311150" lvl="3" marL="1828800" algn="ctr">
              <a:spcBef>
                <a:spcPts val="0"/>
              </a:spcBef>
              <a:spcAft>
                <a:spcPts val="0"/>
              </a:spcAft>
              <a:buClr>
                <a:schemeClr val="lt1"/>
              </a:buClr>
              <a:buSzPts val="1300"/>
              <a:buChar char="●"/>
              <a:defRPr sz="1300">
                <a:solidFill>
                  <a:schemeClr val="lt1"/>
                </a:solidFill>
              </a:defRPr>
            </a:lvl4pPr>
            <a:lvl5pPr indent="-311150" lvl="4" marL="2286000" algn="ctr">
              <a:spcBef>
                <a:spcPts val="0"/>
              </a:spcBef>
              <a:spcAft>
                <a:spcPts val="0"/>
              </a:spcAft>
              <a:buClr>
                <a:schemeClr val="lt1"/>
              </a:buClr>
              <a:buSzPts val="1300"/>
              <a:buChar char="○"/>
              <a:defRPr sz="1300">
                <a:solidFill>
                  <a:schemeClr val="lt1"/>
                </a:solidFill>
              </a:defRPr>
            </a:lvl5pPr>
            <a:lvl6pPr indent="-311150" lvl="5" marL="2743200" algn="ctr">
              <a:spcBef>
                <a:spcPts val="0"/>
              </a:spcBef>
              <a:spcAft>
                <a:spcPts val="0"/>
              </a:spcAft>
              <a:buClr>
                <a:schemeClr val="lt1"/>
              </a:buClr>
              <a:buSzPts val="1300"/>
              <a:buChar char="■"/>
              <a:defRPr sz="1300">
                <a:solidFill>
                  <a:schemeClr val="lt1"/>
                </a:solidFill>
              </a:defRPr>
            </a:lvl6pPr>
            <a:lvl7pPr indent="-311150" lvl="6" marL="3200400" algn="ctr">
              <a:spcBef>
                <a:spcPts val="0"/>
              </a:spcBef>
              <a:spcAft>
                <a:spcPts val="0"/>
              </a:spcAft>
              <a:buClr>
                <a:schemeClr val="lt1"/>
              </a:buClr>
              <a:buSzPts val="1300"/>
              <a:buChar char="●"/>
              <a:defRPr sz="1300">
                <a:solidFill>
                  <a:schemeClr val="lt1"/>
                </a:solidFill>
              </a:defRPr>
            </a:lvl7pPr>
            <a:lvl8pPr indent="-311150" lvl="7" marL="3657600" algn="ctr">
              <a:spcBef>
                <a:spcPts val="0"/>
              </a:spcBef>
              <a:spcAft>
                <a:spcPts val="0"/>
              </a:spcAft>
              <a:buClr>
                <a:schemeClr val="lt1"/>
              </a:buClr>
              <a:buSzPts val="1300"/>
              <a:buChar char="○"/>
              <a:defRPr sz="1300">
                <a:solidFill>
                  <a:schemeClr val="lt1"/>
                </a:solidFill>
              </a:defRPr>
            </a:lvl8pPr>
            <a:lvl9pPr indent="-311150" lvl="8" marL="4114800" algn="ctr">
              <a:spcBef>
                <a:spcPts val="0"/>
              </a:spcBef>
              <a:spcAft>
                <a:spcPts val="0"/>
              </a:spcAft>
              <a:buClr>
                <a:schemeClr val="lt1"/>
              </a:buClr>
              <a:buSzPts val="1300"/>
              <a:buChar char="■"/>
              <a:defRPr sz="1300">
                <a:solidFill>
                  <a:schemeClr val="lt1"/>
                </a:solidFill>
              </a:defRPr>
            </a:lvl9pPr>
          </a:lstStyle>
          <a:p/>
        </p:txBody>
      </p:sp>
      <p:pic>
        <p:nvPicPr>
          <p:cNvPr descr=" " id="57" name="Google Shape;57;p14"/>
          <p:cNvPicPr preferRelativeResize="0"/>
          <p:nvPr/>
        </p:nvPicPr>
        <p:blipFill rotWithShape="1">
          <a:blip r:embed="rId2">
            <a:alphaModFix/>
          </a:blip>
          <a:srcRect b="0" l="0" r="0" t="0"/>
          <a:stretch/>
        </p:blipFill>
        <p:spPr>
          <a:xfrm>
            <a:off x="200025" y="4019550"/>
            <a:ext cx="938213" cy="1123811"/>
          </a:xfrm>
          <a:prstGeom prst="rect">
            <a:avLst/>
          </a:prstGeom>
          <a:noFill/>
          <a:ln>
            <a:noFill/>
          </a:ln>
        </p:spPr>
      </p:pic>
      <p:pic>
        <p:nvPicPr>
          <p:cNvPr descr=" " id="58" name="Google Shape;58;p14"/>
          <p:cNvPicPr preferRelativeResize="0"/>
          <p:nvPr/>
        </p:nvPicPr>
        <p:blipFill rotWithShape="1">
          <a:blip r:embed="rId3">
            <a:alphaModFix/>
          </a:blip>
          <a:srcRect b="0" l="0" r="0" t="0"/>
          <a:stretch/>
        </p:blipFill>
        <p:spPr>
          <a:xfrm>
            <a:off x="1319179" y="1033118"/>
            <a:ext cx="227910" cy="232497"/>
          </a:xfrm>
          <a:prstGeom prst="rect">
            <a:avLst/>
          </a:prstGeom>
          <a:noFill/>
          <a:ln>
            <a:noFill/>
          </a:ln>
        </p:spPr>
      </p:pic>
      <p:sp>
        <p:nvSpPr>
          <p:cNvPr id="59" name="Google Shape;59;p14"/>
          <p:cNvSpPr/>
          <p:nvPr/>
        </p:nvSpPr>
        <p:spPr>
          <a:xfrm>
            <a:off x="438150" y="3100388"/>
            <a:ext cx="133200" cy="133500"/>
          </a:xfrm>
          <a:prstGeom prst="ellipse">
            <a:avLst/>
          </a:prstGeom>
          <a:noFill/>
          <a:ln cap="flat" cmpd="sng" w="50800">
            <a:solidFill>
              <a:srgbClr val="FE6E09"/>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60" name="Google Shape;60;p14"/>
          <p:cNvSpPr/>
          <p:nvPr/>
        </p:nvSpPr>
        <p:spPr>
          <a:xfrm>
            <a:off x="452439" y="2071688"/>
            <a:ext cx="66600" cy="66600"/>
          </a:xfrm>
          <a:prstGeom prst="ellipse">
            <a:avLst/>
          </a:prstGeom>
          <a:noFill/>
          <a:ln cap="flat" cmpd="sng" w="50800">
            <a:solidFill>
              <a:srgbClr val="FF8B71"/>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61" name="Google Shape;61;p14"/>
          <p:cNvSpPr/>
          <p:nvPr/>
        </p:nvSpPr>
        <p:spPr>
          <a:xfrm>
            <a:off x="1562102" y="228600"/>
            <a:ext cx="133200" cy="133500"/>
          </a:xfrm>
          <a:prstGeom prst="ellipse">
            <a:avLst/>
          </a:prstGeom>
          <a:noFill/>
          <a:ln cap="flat" cmpd="sng" w="50800">
            <a:solidFill>
              <a:srgbClr val="FFFFFF"/>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descr=" " id="62" name="Google Shape;62;p14"/>
          <p:cNvPicPr preferRelativeResize="0"/>
          <p:nvPr/>
        </p:nvPicPr>
        <p:blipFill rotWithShape="1">
          <a:blip r:embed="rId4">
            <a:alphaModFix/>
          </a:blip>
          <a:srcRect b="0" l="0" r="0" t="0"/>
          <a:stretch/>
        </p:blipFill>
        <p:spPr>
          <a:xfrm>
            <a:off x="8140960" y="2030555"/>
            <a:ext cx="1003049" cy="488477"/>
          </a:xfrm>
          <a:prstGeom prst="rect">
            <a:avLst/>
          </a:prstGeom>
          <a:noFill/>
          <a:ln>
            <a:noFill/>
          </a:ln>
        </p:spPr>
      </p:pic>
      <p:pic>
        <p:nvPicPr>
          <p:cNvPr descr=" " id="63" name="Google Shape;63;p14"/>
          <p:cNvPicPr preferRelativeResize="0"/>
          <p:nvPr/>
        </p:nvPicPr>
        <p:blipFill rotWithShape="1">
          <a:blip r:embed="rId5">
            <a:alphaModFix/>
          </a:blip>
          <a:srcRect b="0" l="0" r="0" t="0"/>
          <a:stretch/>
        </p:blipFill>
        <p:spPr>
          <a:xfrm>
            <a:off x="7279442" y="3351447"/>
            <a:ext cx="186342" cy="156315"/>
          </a:xfrm>
          <a:prstGeom prst="rect">
            <a:avLst/>
          </a:prstGeom>
          <a:noFill/>
          <a:ln>
            <a:noFill/>
          </a:ln>
        </p:spPr>
      </p:pic>
      <p:sp>
        <p:nvSpPr>
          <p:cNvPr id="64" name="Google Shape;64;p14"/>
          <p:cNvSpPr/>
          <p:nvPr/>
        </p:nvSpPr>
        <p:spPr>
          <a:xfrm>
            <a:off x="8729671" y="228600"/>
            <a:ext cx="133200" cy="133500"/>
          </a:xfrm>
          <a:prstGeom prst="ellipse">
            <a:avLst/>
          </a:prstGeom>
          <a:noFill/>
          <a:ln cap="flat" cmpd="sng" w="50800">
            <a:solidFill>
              <a:srgbClr val="FFFFFF"/>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65" name="Google Shape;65;p14"/>
          <p:cNvSpPr/>
          <p:nvPr/>
        </p:nvSpPr>
        <p:spPr>
          <a:xfrm>
            <a:off x="8201033" y="4024313"/>
            <a:ext cx="133200" cy="133500"/>
          </a:xfrm>
          <a:prstGeom prst="ellipse">
            <a:avLst/>
          </a:prstGeom>
          <a:noFill/>
          <a:ln cap="flat" cmpd="sng" w="50800">
            <a:solidFill>
              <a:srgbClr val="FFFFFF"/>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descr=" " id="66" name="Google Shape;66;p14"/>
          <p:cNvPicPr preferRelativeResize="0"/>
          <p:nvPr/>
        </p:nvPicPr>
        <p:blipFill rotWithShape="1">
          <a:blip r:embed="rId6">
            <a:alphaModFix/>
          </a:blip>
          <a:srcRect b="0" l="0" r="0" t="0"/>
          <a:stretch/>
        </p:blipFill>
        <p:spPr>
          <a:xfrm>
            <a:off x="4508203" y="4354292"/>
            <a:ext cx="117804" cy="93883"/>
          </a:xfrm>
          <a:prstGeom prst="rect">
            <a:avLst/>
          </a:prstGeom>
          <a:noFill/>
          <a:ln>
            <a:noFill/>
          </a:ln>
        </p:spPr>
      </p:pic>
      <p:sp>
        <p:nvSpPr>
          <p:cNvPr id="67" name="Google Shape;67;p14"/>
          <p:cNvSpPr/>
          <p:nvPr/>
        </p:nvSpPr>
        <p:spPr>
          <a:xfrm>
            <a:off x="2847978" y="4824413"/>
            <a:ext cx="76200" cy="76200"/>
          </a:xfrm>
          <a:prstGeom prst="ellipse">
            <a:avLst/>
          </a:prstGeom>
          <a:noFill/>
          <a:ln cap="flat" cmpd="sng" w="50800">
            <a:solidFill>
              <a:srgbClr val="FDB201"/>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descr=" " id="68" name="Google Shape;68;p14"/>
          <p:cNvPicPr preferRelativeResize="0"/>
          <p:nvPr/>
        </p:nvPicPr>
        <p:blipFill rotWithShape="1">
          <a:blip r:embed="rId7">
            <a:alphaModFix/>
          </a:blip>
          <a:srcRect b="0" l="0" r="0" t="0"/>
          <a:stretch/>
        </p:blipFill>
        <p:spPr>
          <a:xfrm>
            <a:off x="6119818" y="4248150"/>
            <a:ext cx="9525" cy="119048"/>
          </a:xfrm>
          <a:prstGeom prst="rect">
            <a:avLst/>
          </a:prstGeom>
          <a:noFill/>
          <a:ln>
            <a:noFill/>
          </a:ln>
        </p:spPr>
      </p:pic>
      <p:pic>
        <p:nvPicPr>
          <p:cNvPr descr=" " id="69" name="Google Shape;69;p14"/>
          <p:cNvPicPr preferRelativeResize="0"/>
          <p:nvPr/>
        </p:nvPicPr>
        <p:blipFill rotWithShape="1">
          <a:blip r:embed="rId8">
            <a:alphaModFix/>
          </a:blip>
          <a:srcRect b="0" l="0" r="0" t="0"/>
          <a:stretch/>
        </p:blipFill>
        <p:spPr>
          <a:xfrm>
            <a:off x="6053143" y="4304109"/>
            <a:ext cx="126206" cy="9525"/>
          </a:xfrm>
          <a:prstGeom prst="rect">
            <a:avLst/>
          </a:prstGeom>
          <a:noFill/>
          <a:ln>
            <a:noFill/>
          </a:ln>
        </p:spPr>
      </p:pic>
      <p:pic>
        <p:nvPicPr>
          <p:cNvPr descr=" " id="70" name="Google Shape;70;p14"/>
          <p:cNvPicPr preferRelativeResize="0"/>
          <p:nvPr/>
        </p:nvPicPr>
        <p:blipFill rotWithShape="1">
          <a:blip r:embed="rId9">
            <a:alphaModFix/>
          </a:blip>
          <a:srcRect b="0" l="0" r="0" t="0"/>
          <a:stretch/>
        </p:blipFill>
        <p:spPr>
          <a:xfrm>
            <a:off x="6082314" y="4265340"/>
            <a:ext cx="76200" cy="76191"/>
          </a:xfrm>
          <a:prstGeom prst="rect">
            <a:avLst/>
          </a:prstGeom>
          <a:noFill/>
          <a:ln>
            <a:noFill/>
          </a:ln>
        </p:spPr>
      </p:pic>
      <p:pic>
        <p:nvPicPr>
          <p:cNvPr descr=" " id="71" name="Google Shape;71;p14"/>
          <p:cNvPicPr preferRelativeResize="0"/>
          <p:nvPr/>
        </p:nvPicPr>
        <p:blipFill rotWithShape="1">
          <a:blip r:embed="rId10">
            <a:alphaModFix/>
          </a:blip>
          <a:srcRect b="0" l="0" r="0" t="0"/>
          <a:stretch/>
        </p:blipFill>
        <p:spPr>
          <a:xfrm>
            <a:off x="6067431" y="4276725"/>
            <a:ext cx="110575" cy="67857"/>
          </a:xfrm>
          <a:prstGeom prst="rect">
            <a:avLst/>
          </a:prstGeom>
          <a:noFill/>
          <a:ln>
            <a:noFill/>
          </a:ln>
        </p:spPr>
      </p:pic>
      <p:pic>
        <p:nvPicPr>
          <p:cNvPr descr=" " id="72" name="Google Shape;72;p14"/>
          <p:cNvPicPr preferRelativeResize="0"/>
          <p:nvPr/>
        </p:nvPicPr>
        <p:blipFill rotWithShape="1">
          <a:blip r:embed="rId11">
            <a:alphaModFix/>
          </a:blip>
          <a:srcRect b="0" l="0" r="0" t="0"/>
          <a:stretch/>
        </p:blipFill>
        <p:spPr>
          <a:xfrm>
            <a:off x="7148512" y="1133466"/>
            <a:ext cx="151216" cy="300103"/>
          </a:xfrm>
          <a:prstGeom prst="rect">
            <a:avLst/>
          </a:prstGeom>
          <a:noFill/>
          <a:ln>
            <a:noFill/>
          </a:ln>
        </p:spPr>
      </p:pic>
      <p:pic>
        <p:nvPicPr>
          <p:cNvPr descr=" " id="73" name="Google Shape;73;p14"/>
          <p:cNvPicPr preferRelativeResize="0"/>
          <p:nvPr/>
        </p:nvPicPr>
        <p:blipFill rotWithShape="1">
          <a:blip r:embed="rId12">
            <a:alphaModFix/>
          </a:blip>
          <a:srcRect b="0" l="0" r="0" t="0"/>
          <a:stretch/>
        </p:blipFill>
        <p:spPr>
          <a:xfrm>
            <a:off x="3916616" y="873342"/>
            <a:ext cx="183322" cy="163263"/>
          </a:xfrm>
          <a:prstGeom prst="rect">
            <a:avLst/>
          </a:prstGeom>
          <a:noFill/>
          <a:ln>
            <a:noFill/>
          </a:ln>
        </p:spPr>
      </p:pic>
      <p:sp>
        <p:nvSpPr>
          <p:cNvPr id="74" name="Google Shape;74;p14"/>
          <p:cNvSpPr/>
          <p:nvPr/>
        </p:nvSpPr>
        <p:spPr>
          <a:xfrm>
            <a:off x="4976817" y="1023938"/>
            <a:ext cx="66600" cy="66600"/>
          </a:xfrm>
          <a:prstGeom prst="ellipse">
            <a:avLst/>
          </a:prstGeom>
          <a:noFill/>
          <a:ln cap="flat" cmpd="sng" w="50800">
            <a:solidFill>
              <a:srgbClr val="FF8B71"/>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descr=" " id="75" name="Google Shape;75;p14"/>
          <p:cNvPicPr preferRelativeResize="0"/>
          <p:nvPr/>
        </p:nvPicPr>
        <p:blipFill rotWithShape="1">
          <a:blip r:embed="rId13">
            <a:alphaModFix/>
          </a:blip>
          <a:srcRect b="0" l="0" r="0" t="0"/>
          <a:stretch/>
        </p:blipFill>
        <p:spPr>
          <a:xfrm>
            <a:off x="2814640" y="942975"/>
            <a:ext cx="9525" cy="119048"/>
          </a:xfrm>
          <a:prstGeom prst="rect">
            <a:avLst/>
          </a:prstGeom>
          <a:noFill/>
          <a:ln>
            <a:noFill/>
          </a:ln>
        </p:spPr>
      </p:pic>
      <p:pic>
        <p:nvPicPr>
          <p:cNvPr descr=" " id="76" name="Google Shape;76;p14"/>
          <p:cNvPicPr preferRelativeResize="0"/>
          <p:nvPr/>
        </p:nvPicPr>
        <p:blipFill rotWithShape="1">
          <a:blip r:embed="rId14">
            <a:alphaModFix/>
          </a:blip>
          <a:srcRect b="0" l="0" r="0" t="0"/>
          <a:stretch/>
        </p:blipFill>
        <p:spPr>
          <a:xfrm>
            <a:off x="2747965" y="998934"/>
            <a:ext cx="126206" cy="9525"/>
          </a:xfrm>
          <a:prstGeom prst="rect">
            <a:avLst/>
          </a:prstGeom>
          <a:noFill/>
          <a:ln>
            <a:noFill/>
          </a:ln>
        </p:spPr>
      </p:pic>
      <p:pic>
        <p:nvPicPr>
          <p:cNvPr descr=" " id="77" name="Google Shape;77;p14"/>
          <p:cNvPicPr preferRelativeResize="0"/>
          <p:nvPr/>
        </p:nvPicPr>
        <p:blipFill rotWithShape="1">
          <a:blip r:embed="rId15">
            <a:alphaModFix/>
          </a:blip>
          <a:srcRect b="0" l="0" r="0" t="0"/>
          <a:stretch/>
        </p:blipFill>
        <p:spPr>
          <a:xfrm>
            <a:off x="2777135" y="960165"/>
            <a:ext cx="76200" cy="76191"/>
          </a:xfrm>
          <a:prstGeom prst="rect">
            <a:avLst/>
          </a:prstGeom>
          <a:noFill/>
          <a:ln>
            <a:noFill/>
          </a:ln>
        </p:spPr>
      </p:pic>
      <p:pic>
        <p:nvPicPr>
          <p:cNvPr descr=" " id="78" name="Google Shape;78;p14"/>
          <p:cNvPicPr preferRelativeResize="0"/>
          <p:nvPr/>
        </p:nvPicPr>
        <p:blipFill rotWithShape="1">
          <a:blip r:embed="rId16">
            <a:alphaModFix/>
          </a:blip>
          <a:srcRect b="0" l="0" r="0" t="0"/>
          <a:stretch/>
        </p:blipFill>
        <p:spPr>
          <a:xfrm>
            <a:off x="2762253" y="971550"/>
            <a:ext cx="110575" cy="67857"/>
          </a:xfrm>
          <a:prstGeom prst="rect">
            <a:avLst/>
          </a:prstGeom>
          <a:noFill/>
          <a:ln>
            <a:noFill/>
          </a:ln>
        </p:spPr>
      </p:pic>
      <p:pic>
        <p:nvPicPr>
          <p:cNvPr descr=" " id="79" name="Google Shape;79;p14"/>
          <p:cNvPicPr preferRelativeResize="0"/>
          <p:nvPr/>
        </p:nvPicPr>
        <p:blipFill rotWithShape="1">
          <a:blip r:embed="rId17">
            <a:alphaModFix/>
          </a:blip>
          <a:srcRect b="0" l="0" r="0" t="0"/>
          <a:stretch/>
        </p:blipFill>
        <p:spPr>
          <a:xfrm>
            <a:off x="6353181" y="180975"/>
            <a:ext cx="9525" cy="119048"/>
          </a:xfrm>
          <a:prstGeom prst="rect">
            <a:avLst/>
          </a:prstGeom>
          <a:noFill/>
          <a:ln>
            <a:noFill/>
          </a:ln>
        </p:spPr>
      </p:pic>
      <p:pic>
        <p:nvPicPr>
          <p:cNvPr descr=" " id="80" name="Google Shape;80;p14"/>
          <p:cNvPicPr preferRelativeResize="0"/>
          <p:nvPr/>
        </p:nvPicPr>
        <p:blipFill rotWithShape="1">
          <a:blip r:embed="rId18">
            <a:alphaModFix/>
          </a:blip>
          <a:srcRect b="0" l="0" r="0" t="0"/>
          <a:stretch/>
        </p:blipFill>
        <p:spPr>
          <a:xfrm>
            <a:off x="6286506" y="236934"/>
            <a:ext cx="126206" cy="9525"/>
          </a:xfrm>
          <a:prstGeom prst="rect">
            <a:avLst/>
          </a:prstGeom>
          <a:noFill/>
          <a:ln>
            <a:noFill/>
          </a:ln>
        </p:spPr>
      </p:pic>
      <p:pic>
        <p:nvPicPr>
          <p:cNvPr descr=" " id="81" name="Google Shape;81;p14"/>
          <p:cNvPicPr preferRelativeResize="0"/>
          <p:nvPr/>
        </p:nvPicPr>
        <p:blipFill rotWithShape="1">
          <a:blip r:embed="rId19">
            <a:alphaModFix/>
          </a:blip>
          <a:srcRect b="0" l="0" r="0" t="0"/>
          <a:stretch/>
        </p:blipFill>
        <p:spPr>
          <a:xfrm>
            <a:off x="6315676" y="198165"/>
            <a:ext cx="76200" cy="76191"/>
          </a:xfrm>
          <a:prstGeom prst="rect">
            <a:avLst/>
          </a:prstGeom>
          <a:noFill/>
          <a:ln>
            <a:noFill/>
          </a:ln>
        </p:spPr>
      </p:pic>
      <p:pic>
        <p:nvPicPr>
          <p:cNvPr descr=" " id="82" name="Google Shape;82;p14"/>
          <p:cNvPicPr preferRelativeResize="0"/>
          <p:nvPr/>
        </p:nvPicPr>
        <p:blipFill rotWithShape="1">
          <a:blip r:embed="rId20">
            <a:alphaModFix/>
          </a:blip>
          <a:srcRect b="0" l="0" r="0" t="0"/>
          <a:stretch/>
        </p:blipFill>
        <p:spPr>
          <a:xfrm>
            <a:off x="6300793" y="209550"/>
            <a:ext cx="110575" cy="67857"/>
          </a:xfrm>
          <a:prstGeom prst="rect">
            <a:avLst/>
          </a:prstGeom>
          <a:noFill/>
          <a:ln>
            <a:noFill/>
          </a:ln>
        </p:spPr>
      </p:pic>
    </p:spTree>
  </p:cSld>
  <p:clrMapOvr>
    <a:masterClrMapping/>
  </p:clrMapOvr>
  <p:extLst>
    <p:ext uri="{DCECCB84-F9BA-43D5-87BE-67443E8EF086}">
      <p15:sldGuideLst>
        <p15:guide id="1" orient="horz" pos="1620">
          <p15:clr>
            <a:srgbClr val="E46962"/>
          </p15:clr>
        </p15:guide>
        <p15:guide id="2" pos="2880">
          <p15:clr>
            <a:srgbClr val="E46962"/>
          </p15:clr>
        </p15:guide>
        <p15:guide id="3" pos="398">
          <p15:clr>
            <a:srgbClr val="E46962"/>
          </p15:clr>
        </p15:guide>
        <p15:guide id="4" orient="horz" pos="628">
          <p15:clr>
            <a:srgbClr val="E46962"/>
          </p15:clr>
        </p15:guide>
        <p15:guide id="5" pos="5362">
          <p15:clr>
            <a:srgbClr val="E46962"/>
          </p15:clr>
        </p15:guide>
        <p15:guide id="6" pos="458">
          <p15:clr>
            <a:srgbClr val="E46962"/>
          </p15:clr>
        </p15:guide>
        <p15:guide id="7" orient="horz" pos="1082">
          <p15:clr>
            <a:srgbClr val="E46962"/>
          </p15:clr>
        </p15:guide>
        <p15:guide id="8" orient="horz" pos="903">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ints 2_1">
  <p:cSld name="TITLE_1_1_2">
    <p:spTree>
      <p:nvGrpSpPr>
        <p:cNvPr id="83" name="Shape 83"/>
        <p:cNvGrpSpPr/>
        <p:nvPr/>
      </p:nvGrpSpPr>
      <p:grpSpPr>
        <a:xfrm>
          <a:off x="0" y="0"/>
          <a:ext cx="0" cy="0"/>
          <a:chOff x="0" y="0"/>
          <a:chExt cx="0" cy="0"/>
        </a:xfrm>
      </p:grpSpPr>
      <p:sp>
        <p:nvSpPr>
          <p:cNvPr id="84" name="Google Shape;84;p15"/>
          <p:cNvSpPr/>
          <p:nvPr/>
        </p:nvSpPr>
        <p:spPr>
          <a:xfrm>
            <a:off x="113725" y="123775"/>
            <a:ext cx="3273000" cy="4980900"/>
          </a:xfrm>
          <a:prstGeom prst="roundRect">
            <a:avLst>
              <a:gd fmla="val 912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icksand Medium"/>
              <a:ea typeface="Quicksand Medium"/>
              <a:cs typeface="Quicksand Medium"/>
              <a:sym typeface="Quicksand Medium"/>
            </a:endParaRPr>
          </a:p>
        </p:txBody>
      </p:sp>
      <p:pic>
        <p:nvPicPr>
          <p:cNvPr id="85" name="Google Shape;85;p15"/>
          <p:cNvPicPr preferRelativeResize="0"/>
          <p:nvPr/>
        </p:nvPicPr>
        <p:blipFill>
          <a:blip r:embed="rId2">
            <a:alphaModFix/>
          </a:blip>
          <a:stretch>
            <a:fillRect/>
          </a:stretch>
        </p:blipFill>
        <p:spPr>
          <a:xfrm>
            <a:off x="2206925" y="-1408225"/>
            <a:ext cx="2471494" cy="2650874"/>
          </a:xfrm>
          <a:prstGeom prst="rect">
            <a:avLst/>
          </a:prstGeom>
          <a:noFill/>
          <a:ln>
            <a:noFill/>
          </a:ln>
        </p:spPr>
      </p:pic>
      <p:sp>
        <p:nvSpPr>
          <p:cNvPr id="86" name="Google Shape;86;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GB"/>
              <a:t>‹#›</a:t>
            </a:fld>
            <a:endParaRPr/>
          </a:p>
        </p:txBody>
      </p:sp>
      <p:sp>
        <p:nvSpPr>
          <p:cNvPr id="87" name="Google Shape;87;p15"/>
          <p:cNvSpPr/>
          <p:nvPr>
            <p:ph idx="2" type="pic"/>
          </p:nvPr>
        </p:nvSpPr>
        <p:spPr>
          <a:xfrm>
            <a:off x="113725" y="119400"/>
            <a:ext cx="3273000" cy="4904700"/>
          </a:xfrm>
          <a:prstGeom prst="roundRect">
            <a:avLst>
              <a:gd fmla="val 7529" name="adj"/>
            </a:avLst>
          </a:prstGeom>
          <a:noFill/>
          <a:ln>
            <a:noFill/>
          </a:ln>
        </p:spPr>
      </p:sp>
      <p:sp>
        <p:nvSpPr>
          <p:cNvPr id="88" name="Google Shape;88;p15"/>
          <p:cNvSpPr txBox="1"/>
          <p:nvPr>
            <p:ph type="title"/>
          </p:nvPr>
        </p:nvSpPr>
        <p:spPr>
          <a:xfrm>
            <a:off x="4135200" y="650250"/>
            <a:ext cx="4270500" cy="726900"/>
          </a:xfrm>
          <a:prstGeom prst="rect">
            <a:avLst/>
          </a:prstGeom>
        </p:spPr>
        <p:txBody>
          <a:bodyPr anchorCtr="0" anchor="ctr" bIns="34275" lIns="34275" spcFirstLastPara="1" rIns="34275" wrap="square" tIns="34275">
            <a:normAutofit/>
          </a:bodyPr>
          <a:lstStyle>
            <a:lvl1pPr lvl="0">
              <a:spcBef>
                <a:spcPts val="0"/>
              </a:spcBef>
              <a:spcAft>
                <a:spcPts val="0"/>
              </a:spcAft>
              <a:buSzPts val="2400"/>
              <a:buNone/>
              <a:defRPr sz="2400"/>
            </a:lvl1pPr>
            <a:lvl2pPr lvl="1">
              <a:spcBef>
                <a:spcPts val="0"/>
              </a:spcBef>
              <a:spcAft>
                <a:spcPts val="0"/>
              </a:spcAft>
              <a:buSzPts val="2400"/>
              <a:buFont typeface="Balsamiq Sans"/>
              <a:buNone/>
              <a:defRPr sz="2400">
                <a:latin typeface="Balsamiq Sans"/>
                <a:ea typeface="Balsamiq Sans"/>
                <a:cs typeface="Balsamiq Sans"/>
                <a:sym typeface="Balsamiq Sans"/>
              </a:defRPr>
            </a:lvl2pPr>
            <a:lvl3pPr lvl="2">
              <a:spcBef>
                <a:spcPts val="0"/>
              </a:spcBef>
              <a:spcAft>
                <a:spcPts val="0"/>
              </a:spcAft>
              <a:buSzPts val="2400"/>
              <a:buFont typeface="Balsamiq Sans"/>
              <a:buNone/>
              <a:defRPr sz="2400">
                <a:latin typeface="Balsamiq Sans"/>
                <a:ea typeface="Balsamiq Sans"/>
                <a:cs typeface="Balsamiq Sans"/>
                <a:sym typeface="Balsamiq Sans"/>
              </a:defRPr>
            </a:lvl3pPr>
            <a:lvl4pPr lvl="3">
              <a:spcBef>
                <a:spcPts val="0"/>
              </a:spcBef>
              <a:spcAft>
                <a:spcPts val="0"/>
              </a:spcAft>
              <a:buSzPts val="2400"/>
              <a:buFont typeface="Balsamiq Sans"/>
              <a:buNone/>
              <a:defRPr sz="2400">
                <a:latin typeface="Balsamiq Sans"/>
                <a:ea typeface="Balsamiq Sans"/>
                <a:cs typeface="Balsamiq Sans"/>
                <a:sym typeface="Balsamiq Sans"/>
              </a:defRPr>
            </a:lvl4pPr>
            <a:lvl5pPr lvl="4">
              <a:spcBef>
                <a:spcPts val="0"/>
              </a:spcBef>
              <a:spcAft>
                <a:spcPts val="0"/>
              </a:spcAft>
              <a:buSzPts val="2400"/>
              <a:buFont typeface="Balsamiq Sans"/>
              <a:buNone/>
              <a:defRPr sz="2400">
                <a:latin typeface="Balsamiq Sans"/>
                <a:ea typeface="Balsamiq Sans"/>
                <a:cs typeface="Balsamiq Sans"/>
                <a:sym typeface="Balsamiq Sans"/>
              </a:defRPr>
            </a:lvl5pPr>
            <a:lvl6pPr lvl="5">
              <a:spcBef>
                <a:spcPts val="0"/>
              </a:spcBef>
              <a:spcAft>
                <a:spcPts val="0"/>
              </a:spcAft>
              <a:buSzPts val="2400"/>
              <a:buFont typeface="Balsamiq Sans"/>
              <a:buNone/>
              <a:defRPr sz="2400">
                <a:latin typeface="Balsamiq Sans"/>
                <a:ea typeface="Balsamiq Sans"/>
                <a:cs typeface="Balsamiq Sans"/>
                <a:sym typeface="Balsamiq Sans"/>
              </a:defRPr>
            </a:lvl6pPr>
            <a:lvl7pPr lvl="6">
              <a:spcBef>
                <a:spcPts val="0"/>
              </a:spcBef>
              <a:spcAft>
                <a:spcPts val="0"/>
              </a:spcAft>
              <a:buSzPts val="2400"/>
              <a:buFont typeface="Balsamiq Sans"/>
              <a:buNone/>
              <a:defRPr sz="2400">
                <a:latin typeface="Balsamiq Sans"/>
                <a:ea typeface="Balsamiq Sans"/>
                <a:cs typeface="Balsamiq Sans"/>
                <a:sym typeface="Balsamiq Sans"/>
              </a:defRPr>
            </a:lvl7pPr>
            <a:lvl8pPr lvl="7">
              <a:spcBef>
                <a:spcPts val="0"/>
              </a:spcBef>
              <a:spcAft>
                <a:spcPts val="0"/>
              </a:spcAft>
              <a:buSzPts val="2400"/>
              <a:buFont typeface="Balsamiq Sans"/>
              <a:buNone/>
              <a:defRPr sz="2400">
                <a:latin typeface="Balsamiq Sans"/>
                <a:ea typeface="Balsamiq Sans"/>
                <a:cs typeface="Balsamiq Sans"/>
                <a:sym typeface="Balsamiq Sans"/>
              </a:defRPr>
            </a:lvl8pPr>
            <a:lvl9pPr lvl="8">
              <a:spcBef>
                <a:spcPts val="0"/>
              </a:spcBef>
              <a:spcAft>
                <a:spcPts val="0"/>
              </a:spcAft>
              <a:buSzPts val="2400"/>
              <a:buFont typeface="Balsamiq Sans"/>
              <a:buNone/>
              <a:defRPr sz="2400">
                <a:latin typeface="Balsamiq Sans"/>
                <a:ea typeface="Balsamiq Sans"/>
                <a:cs typeface="Balsamiq Sans"/>
                <a:sym typeface="Balsamiq Sans"/>
              </a:defRPr>
            </a:lvl9pPr>
          </a:lstStyle>
          <a:p/>
        </p:txBody>
      </p:sp>
      <p:sp>
        <p:nvSpPr>
          <p:cNvPr id="89" name="Google Shape;89;p15"/>
          <p:cNvSpPr txBox="1"/>
          <p:nvPr>
            <p:ph idx="1" type="subTitle"/>
          </p:nvPr>
        </p:nvSpPr>
        <p:spPr>
          <a:xfrm>
            <a:off x="4678425" y="1687125"/>
            <a:ext cx="3727200" cy="934800"/>
          </a:xfrm>
          <a:prstGeom prst="rect">
            <a:avLst/>
          </a:prstGeom>
        </p:spPr>
        <p:txBody>
          <a:bodyPr anchorCtr="0" anchor="t" bIns="91425" lIns="91425" spcFirstLastPara="1" rIns="91425" wrap="square" tIns="91425">
            <a:normAutofit/>
          </a:bodyPr>
          <a:lstStyle>
            <a:lvl1pPr lvl="0">
              <a:spcBef>
                <a:spcPts val="0"/>
              </a:spcBef>
              <a:spcAft>
                <a:spcPts val="0"/>
              </a:spcAft>
              <a:buSzPts val="1100"/>
              <a:buNone/>
              <a:defRPr sz="1100"/>
            </a:lvl1pPr>
            <a:lvl2pPr lvl="1"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2pPr>
            <a:lvl3pPr lvl="2"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3pPr>
            <a:lvl4pPr lvl="3"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4pPr>
            <a:lvl5pPr lvl="4"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5pPr>
            <a:lvl6pPr lvl="5"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6pPr>
            <a:lvl7pPr lvl="6"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7pPr>
            <a:lvl8pPr lvl="7"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8pPr>
            <a:lvl9pPr lvl="8"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9pPr>
          </a:lstStyle>
          <a:p/>
        </p:txBody>
      </p:sp>
      <p:sp>
        <p:nvSpPr>
          <p:cNvPr id="90" name="Google Shape;90;p15"/>
          <p:cNvSpPr txBox="1"/>
          <p:nvPr>
            <p:ph idx="3" type="subTitle"/>
          </p:nvPr>
        </p:nvSpPr>
        <p:spPr>
          <a:xfrm>
            <a:off x="4678425" y="2726325"/>
            <a:ext cx="3727200" cy="934800"/>
          </a:xfrm>
          <a:prstGeom prst="rect">
            <a:avLst/>
          </a:prstGeom>
        </p:spPr>
        <p:txBody>
          <a:bodyPr anchorCtr="0" anchor="t" bIns="91425" lIns="91425" spcFirstLastPara="1" rIns="91425" wrap="square" tIns="91425">
            <a:normAutofit/>
          </a:bodyPr>
          <a:lstStyle>
            <a:lvl1pPr lvl="0">
              <a:spcBef>
                <a:spcPts val="0"/>
              </a:spcBef>
              <a:spcAft>
                <a:spcPts val="0"/>
              </a:spcAft>
              <a:buSzPts val="1100"/>
              <a:buNone/>
              <a:defRPr sz="1100"/>
            </a:lvl1pPr>
            <a:lvl2pPr lvl="1"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2pPr>
            <a:lvl3pPr lvl="2"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3pPr>
            <a:lvl4pPr lvl="3"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4pPr>
            <a:lvl5pPr lvl="4"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5pPr>
            <a:lvl6pPr lvl="5"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6pPr>
            <a:lvl7pPr lvl="6"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7pPr>
            <a:lvl8pPr lvl="7"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8pPr>
            <a:lvl9pPr lvl="8"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9pPr>
          </a:lstStyle>
          <a:p/>
        </p:txBody>
      </p:sp>
      <p:pic>
        <p:nvPicPr>
          <p:cNvPr id="91" name="Google Shape;91;p15"/>
          <p:cNvPicPr preferRelativeResize="0"/>
          <p:nvPr/>
        </p:nvPicPr>
        <p:blipFill>
          <a:blip r:embed="rId3">
            <a:alphaModFix/>
          </a:blip>
          <a:stretch>
            <a:fillRect/>
          </a:stretch>
        </p:blipFill>
        <p:spPr>
          <a:xfrm>
            <a:off x="7754950" y="3843499"/>
            <a:ext cx="2332475" cy="2399244"/>
          </a:xfrm>
          <a:prstGeom prst="rect">
            <a:avLst/>
          </a:prstGeom>
          <a:noFill/>
          <a:ln>
            <a:noFill/>
          </a:ln>
        </p:spPr>
      </p:pic>
      <p:sp>
        <p:nvSpPr>
          <p:cNvPr id="92" name="Google Shape;92;p15"/>
          <p:cNvSpPr/>
          <p:nvPr/>
        </p:nvSpPr>
        <p:spPr>
          <a:xfrm>
            <a:off x="8887946" y="3531625"/>
            <a:ext cx="133200" cy="133200"/>
          </a:xfrm>
          <a:prstGeom prst="ellipse">
            <a:avLst/>
          </a:prstGeom>
          <a:noFill/>
          <a:ln cap="flat" cmpd="sng" w="50800">
            <a:solidFill>
              <a:srgbClr val="2DAD70"/>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descr=" " id="93" name="Google Shape;93;p15"/>
          <p:cNvPicPr preferRelativeResize="0"/>
          <p:nvPr/>
        </p:nvPicPr>
        <p:blipFill rotWithShape="1">
          <a:blip r:embed="rId4">
            <a:alphaModFix/>
          </a:blip>
          <a:srcRect b="0" l="0" r="0" t="0"/>
          <a:stretch/>
        </p:blipFill>
        <p:spPr>
          <a:xfrm>
            <a:off x="7738140" y="4657705"/>
            <a:ext cx="227909" cy="232468"/>
          </a:xfrm>
          <a:prstGeom prst="rect">
            <a:avLst/>
          </a:prstGeom>
          <a:noFill/>
          <a:ln>
            <a:noFill/>
          </a:ln>
        </p:spPr>
      </p:pic>
      <p:sp>
        <p:nvSpPr>
          <p:cNvPr id="94" name="Google Shape;94;p15"/>
          <p:cNvSpPr/>
          <p:nvPr/>
        </p:nvSpPr>
        <p:spPr>
          <a:xfrm>
            <a:off x="3617078" y="4277313"/>
            <a:ext cx="133200" cy="133200"/>
          </a:xfrm>
          <a:prstGeom prst="ellipse">
            <a:avLst/>
          </a:prstGeom>
          <a:noFill/>
          <a:ln cap="flat" cmpd="sng" w="50800">
            <a:solidFill>
              <a:srgbClr val="FE6E09"/>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descr=" " id="95" name="Google Shape;95;p15"/>
          <p:cNvPicPr preferRelativeResize="0"/>
          <p:nvPr/>
        </p:nvPicPr>
        <p:blipFill rotWithShape="1">
          <a:blip r:embed="rId5">
            <a:alphaModFix/>
          </a:blip>
          <a:srcRect b="0" l="0" r="0" t="0"/>
          <a:stretch/>
        </p:blipFill>
        <p:spPr>
          <a:xfrm>
            <a:off x="7268694" y="3526863"/>
            <a:ext cx="110575" cy="67857"/>
          </a:xfrm>
          <a:prstGeom prst="rect">
            <a:avLst/>
          </a:prstGeom>
          <a:noFill/>
          <a:ln>
            <a:noFill/>
          </a:ln>
        </p:spPr>
      </p:pic>
      <p:grpSp>
        <p:nvGrpSpPr>
          <p:cNvPr id="96" name="Google Shape;96;p15"/>
          <p:cNvGrpSpPr/>
          <p:nvPr/>
        </p:nvGrpSpPr>
        <p:grpSpPr>
          <a:xfrm>
            <a:off x="4135201" y="1687113"/>
            <a:ext cx="487389" cy="442988"/>
            <a:chOff x="1328739" y="2128838"/>
            <a:chExt cx="487389" cy="442988"/>
          </a:xfrm>
        </p:grpSpPr>
        <p:pic>
          <p:nvPicPr>
            <p:cNvPr descr=" " id="97" name="Google Shape;97;p15"/>
            <p:cNvPicPr preferRelativeResize="0"/>
            <p:nvPr/>
          </p:nvPicPr>
          <p:blipFill rotWithShape="1">
            <a:blip r:embed="rId6">
              <a:alphaModFix/>
            </a:blip>
            <a:srcRect b="0" l="0" r="0" t="0"/>
            <a:stretch/>
          </p:blipFill>
          <p:spPr>
            <a:xfrm>
              <a:off x="1328739" y="2128838"/>
              <a:ext cx="487389" cy="428572"/>
            </a:xfrm>
            <a:prstGeom prst="rect">
              <a:avLst/>
            </a:prstGeom>
            <a:noFill/>
            <a:ln>
              <a:noFill/>
            </a:ln>
          </p:spPr>
        </p:pic>
        <p:sp>
          <p:nvSpPr>
            <p:cNvPr id="98" name="Google Shape;98;p15"/>
            <p:cNvSpPr/>
            <p:nvPr/>
          </p:nvSpPr>
          <p:spPr>
            <a:xfrm>
              <a:off x="1404939" y="2219325"/>
              <a:ext cx="328500" cy="352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FFFF"/>
                </a:buClr>
                <a:buSzPts val="1800"/>
                <a:buFont typeface="Balsamiq Sans"/>
                <a:buNone/>
              </a:pPr>
              <a:r>
                <a:rPr b="1" i="0" lang="en-GB" sz="1800" u="none" cap="none" strike="noStrike">
                  <a:solidFill>
                    <a:srgbClr val="FFFFFF"/>
                  </a:solidFill>
                  <a:latin typeface="Balsamiq Sans"/>
                  <a:ea typeface="Balsamiq Sans"/>
                  <a:cs typeface="Balsamiq Sans"/>
                  <a:sym typeface="Balsamiq Sans"/>
                </a:rPr>
                <a:t>01</a:t>
              </a:r>
              <a:endParaRPr b="0" i="0" sz="1800" u="none" cap="none" strike="noStrike">
                <a:solidFill>
                  <a:srgbClr val="000000"/>
                </a:solidFill>
                <a:latin typeface="Calibri"/>
                <a:ea typeface="Calibri"/>
                <a:cs typeface="Calibri"/>
                <a:sym typeface="Calibri"/>
              </a:endParaRPr>
            </a:p>
          </p:txBody>
        </p:sp>
      </p:grpSp>
      <p:grpSp>
        <p:nvGrpSpPr>
          <p:cNvPr id="99" name="Google Shape;99;p15"/>
          <p:cNvGrpSpPr/>
          <p:nvPr/>
        </p:nvGrpSpPr>
        <p:grpSpPr>
          <a:xfrm>
            <a:off x="4135192" y="2714788"/>
            <a:ext cx="438518" cy="442988"/>
            <a:chOff x="4343404" y="2128838"/>
            <a:chExt cx="438518" cy="442988"/>
          </a:xfrm>
        </p:grpSpPr>
        <p:pic>
          <p:nvPicPr>
            <p:cNvPr descr=" " id="100" name="Google Shape;100;p15"/>
            <p:cNvPicPr preferRelativeResize="0"/>
            <p:nvPr/>
          </p:nvPicPr>
          <p:blipFill rotWithShape="1">
            <a:blip r:embed="rId7">
              <a:alphaModFix/>
            </a:blip>
            <a:srcRect b="0" l="0" r="0" t="0"/>
            <a:stretch/>
          </p:blipFill>
          <p:spPr>
            <a:xfrm>
              <a:off x="4343404" y="2128838"/>
              <a:ext cx="438518" cy="428572"/>
            </a:xfrm>
            <a:prstGeom prst="rect">
              <a:avLst/>
            </a:prstGeom>
            <a:noFill/>
            <a:ln>
              <a:noFill/>
            </a:ln>
          </p:spPr>
        </p:pic>
        <p:sp>
          <p:nvSpPr>
            <p:cNvPr id="101" name="Google Shape;101;p15"/>
            <p:cNvSpPr/>
            <p:nvPr/>
          </p:nvSpPr>
          <p:spPr>
            <a:xfrm>
              <a:off x="4376742" y="2219325"/>
              <a:ext cx="366600" cy="352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FFFF"/>
                </a:buClr>
                <a:buSzPts val="1800"/>
                <a:buFont typeface="Balsamiq Sans"/>
                <a:buNone/>
              </a:pPr>
              <a:r>
                <a:rPr b="1" i="0" lang="en-GB" sz="1800" u="none" cap="none" strike="noStrike">
                  <a:solidFill>
                    <a:srgbClr val="FFFFFF"/>
                  </a:solidFill>
                  <a:latin typeface="Balsamiq Sans"/>
                  <a:ea typeface="Balsamiq Sans"/>
                  <a:cs typeface="Balsamiq Sans"/>
                  <a:sym typeface="Balsamiq Sans"/>
                </a:rPr>
                <a:t>02</a:t>
              </a:r>
              <a:endParaRPr b="0" i="0" sz="1800" u="none" cap="none" strike="noStrike">
                <a:solidFill>
                  <a:srgbClr val="000000"/>
                </a:solidFill>
                <a:latin typeface="Calibri"/>
                <a:ea typeface="Calibri"/>
                <a:cs typeface="Calibri"/>
                <a:sym typeface="Calibri"/>
              </a:endParaRPr>
            </a:p>
          </p:txBody>
        </p:sp>
      </p:grpSp>
    </p:spTree>
  </p:cSld>
  <p:clrMapOvr>
    <a:masterClrMapping/>
  </p:clrMapOvr>
  <p:extLst>
    <p:ext uri="{DCECCB84-F9BA-43D5-87BE-67443E8EF086}">
      <p15:sldGuideLst>
        <p15:guide id="1" orient="horz" pos="1620">
          <p15:clr>
            <a:srgbClr val="E46962"/>
          </p15:clr>
        </p15:guide>
        <p15:guide id="2" pos="2664">
          <p15:clr>
            <a:srgbClr val="E46962"/>
          </p15:clr>
        </p15:guide>
        <p15:guide id="3" pos="405">
          <p15:clr>
            <a:srgbClr val="E46962"/>
          </p15:clr>
        </p15:guide>
        <p15:guide id="4" pos="5328">
          <p15:clr>
            <a:srgbClr val="E46962"/>
          </p15:clr>
        </p15:guide>
        <p15:guide id="5" orient="horz" pos="409">
          <p15:clr>
            <a:srgbClr val="E46962"/>
          </p15:clr>
        </p15:guide>
        <p15:guide id="6" orient="horz" pos="1005">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ints 2_2">
  <p:cSld name="TITLE_1_1_2_1">
    <p:bg>
      <p:bgPr>
        <a:solidFill>
          <a:schemeClr val="lt2"/>
        </a:solidFill>
      </p:bgPr>
    </p:bg>
    <p:spTree>
      <p:nvGrpSpPr>
        <p:cNvPr id="102" name="Shape 102"/>
        <p:cNvGrpSpPr/>
        <p:nvPr/>
      </p:nvGrpSpPr>
      <p:grpSpPr>
        <a:xfrm>
          <a:off x="0" y="0"/>
          <a:ext cx="0" cy="0"/>
          <a:chOff x="0" y="0"/>
          <a:chExt cx="0" cy="0"/>
        </a:xfrm>
      </p:grpSpPr>
      <p:pic>
        <p:nvPicPr>
          <p:cNvPr id="103" name="Google Shape;103;p16"/>
          <p:cNvPicPr preferRelativeResize="0"/>
          <p:nvPr/>
        </p:nvPicPr>
        <p:blipFill>
          <a:blip r:embed="rId2">
            <a:alphaModFix/>
          </a:blip>
          <a:stretch>
            <a:fillRect/>
          </a:stretch>
        </p:blipFill>
        <p:spPr>
          <a:xfrm rot="646438">
            <a:off x="4364987" y="3923137"/>
            <a:ext cx="3091850" cy="3060275"/>
          </a:xfrm>
          <a:prstGeom prst="rect">
            <a:avLst/>
          </a:prstGeom>
          <a:noFill/>
          <a:ln>
            <a:noFill/>
          </a:ln>
        </p:spPr>
      </p:pic>
      <p:sp>
        <p:nvSpPr>
          <p:cNvPr id="104" name="Google Shape;104;p16"/>
          <p:cNvSpPr/>
          <p:nvPr/>
        </p:nvSpPr>
        <p:spPr>
          <a:xfrm>
            <a:off x="5724450" y="123775"/>
            <a:ext cx="3273000" cy="4980900"/>
          </a:xfrm>
          <a:prstGeom prst="roundRect">
            <a:avLst>
              <a:gd fmla="val 9123"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icksand Medium"/>
              <a:ea typeface="Quicksand Medium"/>
              <a:cs typeface="Quicksand Medium"/>
              <a:sym typeface="Quicksand Medium"/>
            </a:endParaRPr>
          </a:p>
        </p:txBody>
      </p:sp>
      <p:sp>
        <p:nvSpPr>
          <p:cNvPr id="105" name="Google Shape;105;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GB"/>
              <a:t>‹#›</a:t>
            </a:fld>
            <a:endParaRPr/>
          </a:p>
        </p:txBody>
      </p:sp>
      <p:sp>
        <p:nvSpPr>
          <p:cNvPr id="106" name="Google Shape;106;p16"/>
          <p:cNvSpPr/>
          <p:nvPr>
            <p:ph idx="2" type="pic"/>
          </p:nvPr>
        </p:nvSpPr>
        <p:spPr>
          <a:xfrm>
            <a:off x="5700750" y="83850"/>
            <a:ext cx="3320400" cy="4975800"/>
          </a:xfrm>
          <a:prstGeom prst="roundRect">
            <a:avLst>
              <a:gd fmla="val 6862" name="adj"/>
            </a:avLst>
          </a:prstGeom>
          <a:noFill/>
          <a:ln>
            <a:noFill/>
          </a:ln>
        </p:spPr>
      </p:sp>
      <p:sp>
        <p:nvSpPr>
          <p:cNvPr id="107" name="Google Shape;107;p16"/>
          <p:cNvSpPr txBox="1"/>
          <p:nvPr>
            <p:ph type="title"/>
          </p:nvPr>
        </p:nvSpPr>
        <p:spPr>
          <a:xfrm>
            <a:off x="642700" y="650250"/>
            <a:ext cx="4270500" cy="726900"/>
          </a:xfrm>
          <a:prstGeom prst="rect">
            <a:avLst/>
          </a:prstGeom>
        </p:spPr>
        <p:txBody>
          <a:bodyPr anchorCtr="0" anchor="ctr" bIns="34275" lIns="34275" spcFirstLastPara="1" rIns="34275" wrap="square" tIns="34275">
            <a:normAutofit/>
          </a:bodyPr>
          <a:lstStyle>
            <a:lvl1pPr lvl="0">
              <a:spcBef>
                <a:spcPts val="0"/>
              </a:spcBef>
              <a:spcAft>
                <a:spcPts val="0"/>
              </a:spcAft>
              <a:buSzPts val="2400"/>
              <a:buNone/>
              <a:defRPr sz="2400"/>
            </a:lvl1pPr>
            <a:lvl2pPr lvl="1">
              <a:spcBef>
                <a:spcPts val="0"/>
              </a:spcBef>
              <a:spcAft>
                <a:spcPts val="0"/>
              </a:spcAft>
              <a:buSzPts val="2400"/>
              <a:buFont typeface="Balsamiq Sans"/>
              <a:buNone/>
              <a:defRPr sz="2400">
                <a:latin typeface="Balsamiq Sans"/>
                <a:ea typeface="Balsamiq Sans"/>
                <a:cs typeface="Balsamiq Sans"/>
                <a:sym typeface="Balsamiq Sans"/>
              </a:defRPr>
            </a:lvl2pPr>
            <a:lvl3pPr lvl="2">
              <a:spcBef>
                <a:spcPts val="0"/>
              </a:spcBef>
              <a:spcAft>
                <a:spcPts val="0"/>
              </a:spcAft>
              <a:buSzPts val="2400"/>
              <a:buFont typeface="Balsamiq Sans"/>
              <a:buNone/>
              <a:defRPr sz="2400">
                <a:latin typeface="Balsamiq Sans"/>
                <a:ea typeface="Balsamiq Sans"/>
                <a:cs typeface="Balsamiq Sans"/>
                <a:sym typeface="Balsamiq Sans"/>
              </a:defRPr>
            </a:lvl3pPr>
            <a:lvl4pPr lvl="3">
              <a:spcBef>
                <a:spcPts val="0"/>
              </a:spcBef>
              <a:spcAft>
                <a:spcPts val="0"/>
              </a:spcAft>
              <a:buSzPts val="2400"/>
              <a:buFont typeface="Balsamiq Sans"/>
              <a:buNone/>
              <a:defRPr sz="2400">
                <a:latin typeface="Balsamiq Sans"/>
                <a:ea typeface="Balsamiq Sans"/>
                <a:cs typeface="Balsamiq Sans"/>
                <a:sym typeface="Balsamiq Sans"/>
              </a:defRPr>
            </a:lvl4pPr>
            <a:lvl5pPr lvl="4">
              <a:spcBef>
                <a:spcPts val="0"/>
              </a:spcBef>
              <a:spcAft>
                <a:spcPts val="0"/>
              </a:spcAft>
              <a:buSzPts val="2400"/>
              <a:buFont typeface="Balsamiq Sans"/>
              <a:buNone/>
              <a:defRPr sz="2400">
                <a:latin typeface="Balsamiq Sans"/>
                <a:ea typeface="Balsamiq Sans"/>
                <a:cs typeface="Balsamiq Sans"/>
                <a:sym typeface="Balsamiq Sans"/>
              </a:defRPr>
            </a:lvl5pPr>
            <a:lvl6pPr lvl="5">
              <a:spcBef>
                <a:spcPts val="0"/>
              </a:spcBef>
              <a:spcAft>
                <a:spcPts val="0"/>
              </a:spcAft>
              <a:buSzPts val="2400"/>
              <a:buFont typeface="Balsamiq Sans"/>
              <a:buNone/>
              <a:defRPr sz="2400">
                <a:latin typeface="Balsamiq Sans"/>
                <a:ea typeface="Balsamiq Sans"/>
                <a:cs typeface="Balsamiq Sans"/>
                <a:sym typeface="Balsamiq Sans"/>
              </a:defRPr>
            </a:lvl6pPr>
            <a:lvl7pPr lvl="6">
              <a:spcBef>
                <a:spcPts val="0"/>
              </a:spcBef>
              <a:spcAft>
                <a:spcPts val="0"/>
              </a:spcAft>
              <a:buSzPts val="2400"/>
              <a:buFont typeface="Balsamiq Sans"/>
              <a:buNone/>
              <a:defRPr sz="2400">
                <a:latin typeface="Balsamiq Sans"/>
                <a:ea typeface="Balsamiq Sans"/>
                <a:cs typeface="Balsamiq Sans"/>
                <a:sym typeface="Balsamiq Sans"/>
              </a:defRPr>
            </a:lvl7pPr>
            <a:lvl8pPr lvl="7">
              <a:spcBef>
                <a:spcPts val="0"/>
              </a:spcBef>
              <a:spcAft>
                <a:spcPts val="0"/>
              </a:spcAft>
              <a:buSzPts val="2400"/>
              <a:buFont typeface="Balsamiq Sans"/>
              <a:buNone/>
              <a:defRPr sz="2400">
                <a:latin typeface="Balsamiq Sans"/>
                <a:ea typeface="Balsamiq Sans"/>
                <a:cs typeface="Balsamiq Sans"/>
                <a:sym typeface="Balsamiq Sans"/>
              </a:defRPr>
            </a:lvl8pPr>
            <a:lvl9pPr lvl="8">
              <a:spcBef>
                <a:spcPts val="0"/>
              </a:spcBef>
              <a:spcAft>
                <a:spcPts val="0"/>
              </a:spcAft>
              <a:buSzPts val="2400"/>
              <a:buFont typeface="Balsamiq Sans"/>
              <a:buNone/>
              <a:defRPr sz="2400">
                <a:latin typeface="Balsamiq Sans"/>
                <a:ea typeface="Balsamiq Sans"/>
                <a:cs typeface="Balsamiq Sans"/>
                <a:sym typeface="Balsamiq Sans"/>
              </a:defRPr>
            </a:lvl9pPr>
          </a:lstStyle>
          <a:p/>
        </p:txBody>
      </p:sp>
      <p:sp>
        <p:nvSpPr>
          <p:cNvPr id="108" name="Google Shape;108;p16"/>
          <p:cNvSpPr txBox="1"/>
          <p:nvPr>
            <p:ph idx="1" type="subTitle"/>
          </p:nvPr>
        </p:nvSpPr>
        <p:spPr>
          <a:xfrm>
            <a:off x="1185925" y="1687125"/>
            <a:ext cx="3727200" cy="934800"/>
          </a:xfrm>
          <a:prstGeom prst="rect">
            <a:avLst/>
          </a:prstGeom>
        </p:spPr>
        <p:txBody>
          <a:bodyPr anchorCtr="0" anchor="t" bIns="91425" lIns="91425" spcFirstLastPara="1" rIns="91425" wrap="square" tIns="91425">
            <a:normAutofit/>
          </a:bodyPr>
          <a:lstStyle>
            <a:lvl1pPr lvl="0">
              <a:spcBef>
                <a:spcPts val="0"/>
              </a:spcBef>
              <a:spcAft>
                <a:spcPts val="0"/>
              </a:spcAft>
              <a:buSzPts val="1100"/>
              <a:buNone/>
              <a:defRPr sz="1100"/>
            </a:lvl1pPr>
            <a:lvl2pPr lvl="1"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2pPr>
            <a:lvl3pPr lvl="2"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3pPr>
            <a:lvl4pPr lvl="3"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4pPr>
            <a:lvl5pPr lvl="4"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5pPr>
            <a:lvl6pPr lvl="5"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6pPr>
            <a:lvl7pPr lvl="6"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7pPr>
            <a:lvl8pPr lvl="7"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8pPr>
            <a:lvl9pPr lvl="8"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9pPr>
          </a:lstStyle>
          <a:p/>
        </p:txBody>
      </p:sp>
      <p:sp>
        <p:nvSpPr>
          <p:cNvPr id="109" name="Google Shape;109;p16"/>
          <p:cNvSpPr txBox="1"/>
          <p:nvPr>
            <p:ph idx="3" type="subTitle"/>
          </p:nvPr>
        </p:nvSpPr>
        <p:spPr>
          <a:xfrm>
            <a:off x="1185925" y="2726325"/>
            <a:ext cx="3727200" cy="934800"/>
          </a:xfrm>
          <a:prstGeom prst="rect">
            <a:avLst/>
          </a:prstGeom>
        </p:spPr>
        <p:txBody>
          <a:bodyPr anchorCtr="0" anchor="t" bIns="91425" lIns="91425" spcFirstLastPara="1" rIns="91425" wrap="square" tIns="91425">
            <a:normAutofit/>
          </a:bodyPr>
          <a:lstStyle>
            <a:lvl1pPr lvl="0">
              <a:spcBef>
                <a:spcPts val="0"/>
              </a:spcBef>
              <a:spcAft>
                <a:spcPts val="0"/>
              </a:spcAft>
              <a:buSzPts val="1100"/>
              <a:buNone/>
              <a:defRPr sz="1100"/>
            </a:lvl1pPr>
            <a:lvl2pPr lvl="1"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2pPr>
            <a:lvl3pPr lvl="2"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3pPr>
            <a:lvl4pPr lvl="3"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4pPr>
            <a:lvl5pPr lvl="4"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5pPr>
            <a:lvl6pPr lvl="5"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6pPr>
            <a:lvl7pPr lvl="6"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7pPr>
            <a:lvl8pPr lvl="7"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8pPr>
            <a:lvl9pPr lvl="8"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9pPr>
          </a:lstStyle>
          <a:p/>
        </p:txBody>
      </p:sp>
      <p:pic>
        <p:nvPicPr>
          <p:cNvPr id="110" name="Google Shape;110;p16"/>
          <p:cNvPicPr preferRelativeResize="0"/>
          <p:nvPr/>
        </p:nvPicPr>
        <p:blipFill>
          <a:blip r:embed="rId3">
            <a:alphaModFix/>
          </a:blip>
          <a:stretch>
            <a:fillRect/>
          </a:stretch>
        </p:blipFill>
        <p:spPr>
          <a:xfrm>
            <a:off x="-1222875" y="-1324550"/>
            <a:ext cx="2524951" cy="2504201"/>
          </a:xfrm>
          <a:prstGeom prst="rect">
            <a:avLst/>
          </a:prstGeom>
          <a:noFill/>
          <a:ln>
            <a:noFill/>
          </a:ln>
        </p:spPr>
      </p:pic>
      <p:pic>
        <p:nvPicPr>
          <p:cNvPr descr=" " id="111" name="Google Shape;111;p16"/>
          <p:cNvPicPr preferRelativeResize="0"/>
          <p:nvPr/>
        </p:nvPicPr>
        <p:blipFill rotWithShape="1">
          <a:blip r:embed="rId4">
            <a:alphaModFix/>
          </a:blip>
          <a:srcRect b="0" l="0" r="0" t="0"/>
          <a:stretch/>
        </p:blipFill>
        <p:spPr>
          <a:xfrm>
            <a:off x="139374" y="4423803"/>
            <a:ext cx="247715" cy="202697"/>
          </a:xfrm>
          <a:prstGeom prst="rect">
            <a:avLst/>
          </a:prstGeom>
          <a:noFill/>
          <a:ln>
            <a:noFill/>
          </a:ln>
        </p:spPr>
      </p:pic>
      <p:pic>
        <p:nvPicPr>
          <p:cNvPr descr=" " id="112" name="Google Shape;112;p16"/>
          <p:cNvPicPr preferRelativeResize="0"/>
          <p:nvPr/>
        </p:nvPicPr>
        <p:blipFill rotWithShape="1">
          <a:blip r:embed="rId5">
            <a:alphaModFix/>
          </a:blip>
          <a:srcRect b="0" l="0" r="0" t="0"/>
          <a:stretch/>
        </p:blipFill>
        <p:spPr>
          <a:xfrm>
            <a:off x="4242268" y="4213922"/>
            <a:ext cx="186342" cy="156315"/>
          </a:xfrm>
          <a:prstGeom prst="rect">
            <a:avLst/>
          </a:prstGeom>
          <a:noFill/>
          <a:ln>
            <a:noFill/>
          </a:ln>
        </p:spPr>
      </p:pic>
      <p:pic>
        <p:nvPicPr>
          <p:cNvPr descr=" " id="113" name="Google Shape;113;p16"/>
          <p:cNvPicPr preferRelativeResize="0"/>
          <p:nvPr/>
        </p:nvPicPr>
        <p:blipFill rotWithShape="1">
          <a:blip r:embed="rId6">
            <a:alphaModFix/>
          </a:blip>
          <a:srcRect b="0" l="0" r="0" t="0"/>
          <a:stretch/>
        </p:blipFill>
        <p:spPr>
          <a:xfrm>
            <a:off x="2686354" y="4304750"/>
            <a:ext cx="9525" cy="119048"/>
          </a:xfrm>
          <a:prstGeom prst="rect">
            <a:avLst/>
          </a:prstGeom>
          <a:noFill/>
          <a:ln>
            <a:noFill/>
          </a:ln>
        </p:spPr>
      </p:pic>
      <p:pic>
        <p:nvPicPr>
          <p:cNvPr descr=" " id="114" name="Google Shape;114;p16"/>
          <p:cNvPicPr preferRelativeResize="0"/>
          <p:nvPr/>
        </p:nvPicPr>
        <p:blipFill rotWithShape="1">
          <a:blip r:embed="rId7">
            <a:alphaModFix/>
          </a:blip>
          <a:srcRect b="0" l="0" r="0" t="0"/>
          <a:stretch/>
        </p:blipFill>
        <p:spPr>
          <a:xfrm>
            <a:off x="2619678" y="4360709"/>
            <a:ext cx="126206" cy="9525"/>
          </a:xfrm>
          <a:prstGeom prst="rect">
            <a:avLst/>
          </a:prstGeom>
          <a:noFill/>
          <a:ln>
            <a:noFill/>
          </a:ln>
        </p:spPr>
      </p:pic>
      <p:pic>
        <p:nvPicPr>
          <p:cNvPr descr=" " id="115" name="Google Shape;115;p16"/>
          <p:cNvPicPr preferRelativeResize="0"/>
          <p:nvPr/>
        </p:nvPicPr>
        <p:blipFill rotWithShape="1">
          <a:blip r:embed="rId8">
            <a:alphaModFix/>
          </a:blip>
          <a:srcRect b="0" l="0" r="0" t="0"/>
          <a:stretch/>
        </p:blipFill>
        <p:spPr>
          <a:xfrm>
            <a:off x="2648849" y="4321940"/>
            <a:ext cx="76200" cy="76191"/>
          </a:xfrm>
          <a:prstGeom prst="rect">
            <a:avLst/>
          </a:prstGeom>
          <a:noFill/>
          <a:ln>
            <a:noFill/>
          </a:ln>
        </p:spPr>
      </p:pic>
      <p:pic>
        <p:nvPicPr>
          <p:cNvPr descr=" " id="116" name="Google Shape;116;p16"/>
          <p:cNvPicPr preferRelativeResize="0"/>
          <p:nvPr/>
        </p:nvPicPr>
        <p:blipFill rotWithShape="1">
          <a:blip r:embed="rId9">
            <a:alphaModFix/>
          </a:blip>
          <a:srcRect b="0" l="0" r="0" t="0"/>
          <a:stretch/>
        </p:blipFill>
        <p:spPr>
          <a:xfrm>
            <a:off x="2231617" y="4655018"/>
            <a:ext cx="1043003" cy="488477"/>
          </a:xfrm>
          <a:prstGeom prst="rect">
            <a:avLst/>
          </a:prstGeom>
          <a:noFill/>
          <a:ln>
            <a:noFill/>
          </a:ln>
        </p:spPr>
      </p:pic>
      <p:grpSp>
        <p:nvGrpSpPr>
          <p:cNvPr id="117" name="Google Shape;117;p16"/>
          <p:cNvGrpSpPr/>
          <p:nvPr/>
        </p:nvGrpSpPr>
        <p:grpSpPr>
          <a:xfrm>
            <a:off x="636451" y="1645513"/>
            <a:ext cx="487389" cy="442988"/>
            <a:chOff x="1328739" y="2128838"/>
            <a:chExt cx="487389" cy="442988"/>
          </a:xfrm>
        </p:grpSpPr>
        <p:pic>
          <p:nvPicPr>
            <p:cNvPr descr=" " id="118" name="Google Shape;118;p16"/>
            <p:cNvPicPr preferRelativeResize="0"/>
            <p:nvPr/>
          </p:nvPicPr>
          <p:blipFill rotWithShape="1">
            <a:blip r:embed="rId10">
              <a:alphaModFix/>
            </a:blip>
            <a:srcRect b="0" l="0" r="0" t="0"/>
            <a:stretch/>
          </p:blipFill>
          <p:spPr>
            <a:xfrm>
              <a:off x="1328739" y="2128838"/>
              <a:ext cx="487389" cy="428572"/>
            </a:xfrm>
            <a:prstGeom prst="rect">
              <a:avLst/>
            </a:prstGeom>
            <a:noFill/>
            <a:ln>
              <a:noFill/>
            </a:ln>
          </p:spPr>
        </p:pic>
        <p:sp>
          <p:nvSpPr>
            <p:cNvPr id="119" name="Google Shape;119;p16"/>
            <p:cNvSpPr/>
            <p:nvPr/>
          </p:nvSpPr>
          <p:spPr>
            <a:xfrm>
              <a:off x="1404939" y="2219325"/>
              <a:ext cx="328500" cy="352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FFFF"/>
                </a:buClr>
                <a:buSzPts val="1800"/>
                <a:buFont typeface="Balsamiq Sans"/>
                <a:buNone/>
              </a:pPr>
              <a:r>
                <a:rPr b="1" i="0" lang="en-GB" sz="1800" u="none" cap="none" strike="noStrike">
                  <a:solidFill>
                    <a:srgbClr val="FFFFFF"/>
                  </a:solidFill>
                  <a:latin typeface="Balsamiq Sans"/>
                  <a:ea typeface="Balsamiq Sans"/>
                  <a:cs typeface="Balsamiq Sans"/>
                  <a:sym typeface="Balsamiq Sans"/>
                </a:rPr>
                <a:t>01</a:t>
              </a:r>
              <a:endParaRPr b="0" i="0" sz="1800" u="none" cap="none" strike="noStrike">
                <a:solidFill>
                  <a:srgbClr val="000000"/>
                </a:solidFill>
                <a:latin typeface="Calibri"/>
                <a:ea typeface="Calibri"/>
                <a:cs typeface="Calibri"/>
                <a:sym typeface="Calibri"/>
              </a:endParaRPr>
            </a:p>
          </p:txBody>
        </p:sp>
      </p:grpSp>
      <p:grpSp>
        <p:nvGrpSpPr>
          <p:cNvPr id="120" name="Google Shape;120;p16"/>
          <p:cNvGrpSpPr/>
          <p:nvPr/>
        </p:nvGrpSpPr>
        <p:grpSpPr>
          <a:xfrm>
            <a:off x="636442" y="2673188"/>
            <a:ext cx="438518" cy="442988"/>
            <a:chOff x="4343404" y="2128838"/>
            <a:chExt cx="438518" cy="442988"/>
          </a:xfrm>
        </p:grpSpPr>
        <p:pic>
          <p:nvPicPr>
            <p:cNvPr descr=" " id="121" name="Google Shape;121;p16"/>
            <p:cNvPicPr preferRelativeResize="0"/>
            <p:nvPr/>
          </p:nvPicPr>
          <p:blipFill rotWithShape="1">
            <a:blip r:embed="rId11">
              <a:alphaModFix/>
            </a:blip>
            <a:srcRect b="0" l="0" r="0" t="0"/>
            <a:stretch/>
          </p:blipFill>
          <p:spPr>
            <a:xfrm>
              <a:off x="4343404" y="2128838"/>
              <a:ext cx="438518" cy="428572"/>
            </a:xfrm>
            <a:prstGeom prst="rect">
              <a:avLst/>
            </a:prstGeom>
            <a:noFill/>
            <a:ln>
              <a:noFill/>
            </a:ln>
          </p:spPr>
        </p:pic>
        <p:sp>
          <p:nvSpPr>
            <p:cNvPr id="122" name="Google Shape;122;p16"/>
            <p:cNvSpPr/>
            <p:nvPr/>
          </p:nvSpPr>
          <p:spPr>
            <a:xfrm>
              <a:off x="4376742" y="2219325"/>
              <a:ext cx="366600" cy="352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FFFF"/>
                </a:buClr>
                <a:buSzPts val="1800"/>
                <a:buFont typeface="Balsamiq Sans"/>
                <a:buNone/>
              </a:pPr>
              <a:r>
                <a:rPr b="1" i="0" lang="en-GB" sz="1800" u="none" cap="none" strike="noStrike">
                  <a:solidFill>
                    <a:srgbClr val="FFFFFF"/>
                  </a:solidFill>
                  <a:latin typeface="Balsamiq Sans"/>
                  <a:ea typeface="Balsamiq Sans"/>
                  <a:cs typeface="Balsamiq Sans"/>
                  <a:sym typeface="Balsamiq Sans"/>
                </a:rPr>
                <a:t>02</a:t>
              </a:r>
              <a:endParaRPr b="0" i="0" sz="1800" u="none" cap="none" strike="noStrike">
                <a:solidFill>
                  <a:srgbClr val="000000"/>
                </a:solidFill>
                <a:latin typeface="Calibri"/>
                <a:ea typeface="Calibri"/>
                <a:cs typeface="Calibri"/>
                <a:sym typeface="Calibri"/>
              </a:endParaRPr>
            </a:p>
          </p:txBody>
        </p:sp>
      </p:grpSp>
    </p:spTree>
  </p:cSld>
  <p:clrMapOvr>
    <a:masterClrMapping/>
  </p:clrMapOvr>
  <p:extLst>
    <p:ext uri="{DCECCB84-F9BA-43D5-87BE-67443E8EF086}">
      <p15:sldGuideLst>
        <p15:guide id="1" orient="horz" pos="1620">
          <p15:clr>
            <a:srgbClr val="E46962"/>
          </p15:clr>
        </p15:guide>
        <p15:guide id="2" pos="2664">
          <p15:clr>
            <a:srgbClr val="E46962"/>
          </p15:clr>
        </p15:guide>
        <p15:guide id="3" pos="405">
          <p15:clr>
            <a:srgbClr val="E46962"/>
          </p15:clr>
        </p15:guide>
        <p15:guide id="4" pos="5328">
          <p15:clr>
            <a:srgbClr val="E46962"/>
          </p15:clr>
        </p15:guide>
        <p15:guide id="5" orient="horz" pos="409">
          <p15:clr>
            <a:srgbClr val="E46962"/>
          </p15:clr>
        </p15:guide>
        <p15:guide id="6" orient="horz" pos="10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ints 3_2">
  <p:cSld name="TITLE_1_1_2_1_1">
    <p:spTree>
      <p:nvGrpSpPr>
        <p:cNvPr id="123" name="Shape 123"/>
        <p:cNvGrpSpPr/>
        <p:nvPr/>
      </p:nvGrpSpPr>
      <p:grpSpPr>
        <a:xfrm>
          <a:off x="0" y="0"/>
          <a:ext cx="0" cy="0"/>
          <a:chOff x="0" y="0"/>
          <a:chExt cx="0" cy="0"/>
        </a:xfrm>
      </p:grpSpPr>
      <p:sp>
        <p:nvSpPr>
          <p:cNvPr id="124" name="Google Shape;124;p17"/>
          <p:cNvSpPr/>
          <p:nvPr/>
        </p:nvSpPr>
        <p:spPr>
          <a:xfrm>
            <a:off x="5742000" y="123775"/>
            <a:ext cx="3273000" cy="4980900"/>
          </a:xfrm>
          <a:prstGeom prst="roundRect">
            <a:avLst>
              <a:gd fmla="val 912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icksand Medium"/>
              <a:ea typeface="Quicksand Medium"/>
              <a:cs typeface="Quicksand Medium"/>
              <a:sym typeface="Quicksand Medium"/>
            </a:endParaRPr>
          </a:p>
        </p:txBody>
      </p:sp>
      <p:pic>
        <p:nvPicPr>
          <p:cNvPr id="125" name="Google Shape;125;p17"/>
          <p:cNvPicPr preferRelativeResize="0"/>
          <p:nvPr/>
        </p:nvPicPr>
        <p:blipFill>
          <a:blip r:embed="rId2">
            <a:alphaModFix/>
          </a:blip>
          <a:stretch>
            <a:fillRect/>
          </a:stretch>
        </p:blipFill>
        <p:spPr>
          <a:xfrm rot="3944488">
            <a:off x="4489485" y="-1963779"/>
            <a:ext cx="3396154" cy="3642659"/>
          </a:xfrm>
          <a:prstGeom prst="rect">
            <a:avLst/>
          </a:prstGeom>
          <a:noFill/>
          <a:ln>
            <a:noFill/>
          </a:ln>
        </p:spPr>
      </p:pic>
      <p:sp>
        <p:nvSpPr>
          <p:cNvPr id="126" name="Google Shape;12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GB"/>
              <a:t>‹#›</a:t>
            </a:fld>
            <a:endParaRPr/>
          </a:p>
        </p:txBody>
      </p:sp>
      <p:sp>
        <p:nvSpPr>
          <p:cNvPr id="127" name="Google Shape;127;p17"/>
          <p:cNvSpPr/>
          <p:nvPr>
            <p:ph idx="2" type="pic"/>
          </p:nvPr>
        </p:nvSpPr>
        <p:spPr>
          <a:xfrm>
            <a:off x="5735849" y="110100"/>
            <a:ext cx="3285300" cy="4923300"/>
          </a:xfrm>
          <a:prstGeom prst="roundRect">
            <a:avLst>
              <a:gd fmla="val 9227" name="adj"/>
            </a:avLst>
          </a:prstGeom>
          <a:noFill/>
          <a:ln>
            <a:noFill/>
          </a:ln>
        </p:spPr>
      </p:sp>
      <p:sp>
        <p:nvSpPr>
          <p:cNvPr id="128" name="Google Shape;128;p17"/>
          <p:cNvSpPr txBox="1"/>
          <p:nvPr>
            <p:ph type="title"/>
          </p:nvPr>
        </p:nvSpPr>
        <p:spPr>
          <a:xfrm>
            <a:off x="642700" y="650250"/>
            <a:ext cx="4270500" cy="726900"/>
          </a:xfrm>
          <a:prstGeom prst="rect">
            <a:avLst/>
          </a:prstGeom>
        </p:spPr>
        <p:txBody>
          <a:bodyPr anchorCtr="0" anchor="ctr" bIns="34275" lIns="34275" spcFirstLastPara="1" rIns="34275" wrap="square" tIns="34275">
            <a:normAutofit/>
          </a:bodyPr>
          <a:lstStyle>
            <a:lvl1pPr lvl="0">
              <a:spcBef>
                <a:spcPts val="0"/>
              </a:spcBef>
              <a:spcAft>
                <a:spcPts val="0"/>
              </a:spcAft>
              <a:buSzPts val="2400"/>
              <a:buNone/>
              <a:defRPr sz="2400"/>
            </a:lvl1pPr>
            <a:lvl2pPr lvl="1">
              <a:spcBef>
                <a:spcPts val="0"/>
              </a:spcBef>
              <a:spcAft>
                <a:spcPts val="0"/>
              </a:spcAft>
              <a:buSzPts val="500"/>
              <a:buNone/>
              <a:defRPr>
                <a:latin typeface="Poppins"/>
                <a:ea typeface="Poppins"/>
                <a:cs typeface="Poppins"/>
                <a:sym typeface="Poppins"/>
              </a:defRPr>
            </a:lvl2pPr>
            <a:lvl3pPr lvl="2">
              <a:spcBef>
                <a:spcPts val="0"/>
              </a:spcBef>
              <a:spcAft>
                <a:spcPts val="0"/>
              </a:spcAft>
              <a:buSzPts val="500"/>
              <a:buNone/>
              <a:defRPr>
                <a:latin typeface="Poppins"/>
                <a:ea typeface="Poppins"/>
                <a:cs typeface="Poppins"/>
                <a:sym typeface="Poppins"/>
              </a:defRPr>
            </a:lvl3pPr>
            <a:lvl4pPr lvl="3">
              <a:spcBef>
                <a:spcPts val="0"/>
              </a:spcBef>
              <a:spcAft>
                <a:spcPts val="0"/>
              </a:spcAft>
              <a:buSzPts val="500"/>
              <a:buNone/>
              <a:defRPr>
                <a:latin typeface="Poppins"/>
                <a:ea typeface="Poppins"/>
                <a:cs typeface="Poppins"/>
                <a:sym typeface="Poppins"/>
              </a:defRPr>
            </a:lvl4pPr>
            <a:lvl5pPr lvl="4">
              <a:spcBef>
                <a:spcPts val="0"/>
              </a:spcBef>
              <a:spcAft>
                <a:spcPts val="0"/>
              </a:spcAft>
              <a:buSzPts val="500"/>
              <a:buNone/>
              <a:defRPr>
                <a:latin typeface="Poppins"/>
                <a:ea typeface="Poppins"/>
                <a:cs typeface="Poppins"/>
                <a:sym typeface="Poppins"/>
              </a:defRPr>
            </a:lvl5pPr>
            <a:lvl6pPr lvl="5">
              <a:spcBef>
                <a:spcPts val="0"/>
              </a:spcBef>
              <a:spcAft>
                <a:spcPts val="0"/>
              </a:spcAft>
              <a:buSzPts val="500"/>
              <a:buNone/>
              <a:defRPr>
                <a:latin typeface="Poppins"/>
                <a:ea typeface="Poppins"/>
                <a:cs typeface="Poppins"/>
                <a:sym typeface="Poppins"/>
              </a:defRPr>
            </a:lvl6pPr>
            <a:lvl7pPr lvl="6">
              <a:spcBef>
                <a:spcPts val="0"/>
              </a:spcBef>
              <a:spcAft>
                <a:spcPts val="0"/>
              </a:spcAft>
              <a:buSzPts val="500"/>
              <a:buNone/>
              <a:defRPr>
                <a:latin typeface="Poppins"/>
                <a:ea typeface="Poppins"/>
                <a:cs typeface="Poppins"/>
                <a:sym typeface="Poppins"/>
              </a:defRPr>
            </a:lvl7pPr>
            <a:lvl8pPr lvl="7">
              <a:spcBef>
                <a:spcPts val="0"/>
              </a:spcBef>
              <a:spcAft>
                <a:spcPts val="0"/>
              </a:spcAft>
              <a:buSzPts val="500"/>
              <a:buNone/>
              <a:defRPr>
                <a:latin typeface="Poppins"/>
                <a:ea typeface="Poppins"/>
                <a:cs typeface="Poppins"/>
                <a:sym typeface="Poppins"/>
              </a:defRPr>
            </a:lvl8pPr>
            <a:lvl9pPr lvl="8">
              <a:spcBef>
                <a:spcPts val="0"/>
              </a:spcBef>
              <a:spcAft>
                <a:spcPts val="0"/>
              </a:spcAft>
              <a:buSzPts val="500"/>
              <a:buNone/>
              <a:defRPr>
                <a:latin typeface="Poppins"/>
                <a:ea typeface="Poppins"/>
                <a:cs typeface="Poppins"/>
                <a:sym typeface="Poppins"/>
              </a:defRPr>
            </a:lvl9pPr>
          </a:lstStyle>
          <a:p/>
        </p:txBody>
      </p:sp>
      <p:sp>
        <p:nvSpPr>
          <p:cNvPr id="129" name="Google Shape;129;p17"/>
          <p:cNvSpPr txBox="1"/>
          <p:nvPr>
            <p:ph idx="1" type="subTitle"/>
          </p:nvPr>
        </p:nvSpPr>
        <p:spPr>
          <a:xfrm>
            <a:off x="1185925" y="1687125"/>
            <a:ext cx="3727200" cy="934800"/>
          </a:xfrm>
          <a:prstGeom prst="rect">
            <a:avLst/>
          </a:prstGeom>
        </p:spPr>
        <p:txBody>
          <a:bodyPr anchorCtr="0" anchor="t" bIns="91425" lIns="91425" spcFirstLastPara="1" rIns="91425" wrap="square" tIns="91425">
            <a:normAutofit/>
          </a:bodyPr>
          <a:lstStyle>
            <a:lvl1pPr lvl="0">
              <a:spcBef>
                <a:spcPts val="0"/>
              </a:spcBef>
              <a:spcAft>
                <a:spcPts val="0"/>
              </a:spcAft>
              <a:buSzPts val="1100"/>
              <a:buNone/>
              <a:defRPr sz="1100"/>
            </a:lvl1pPr>
            <a:lvl2pPr lvl="1"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2pPr>
            <a:lvl3pPr lvl="2"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3pPr>
            <a:lvl4pPr lvl="3"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4pPr>
            <a:lvl5pPr lvl="4"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5pPr>
            <a:lvl6pPr lvl="5"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6pPr>
            <a:lvl7pPr lvl="6"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7pPr>
            <a:lvl8pPr lvl="7"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8pPr>
            <a:lvl9pPr lvl="8"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9pPr>
          </a:lstStyle>
          <a:p/>
        </p:txBody>
      </p:sp>
      <p:sp>
        <p:nvSpPr>
          <p:cNvPr id="130" name="Google Shape;130;p17"/>
          <p:cNvSpPr txBox="1"/>
          <p:nvPr>
            <p:ph idx="3" type="subTitle"/>
          </p:nvPr>
        </p:nvSpPr>
        <p:spPr>
          <a:xfrm>
            <a:off x="1185925" y="2726325"/>
            <a:ext cx="3727200" cy="934800"/>
          </a:xfrm>
          <a:prstGeom prst="rect">
            <a:avLst/>
          </a:prstGeom>
        </p:spPr>
        <p:txBody>
          <a:bodyPr anchorCtr="0" anchor="t" bIns="91425" lIns="91425" spcFirstLastPara="1" rIns="91425" wrap="square" tIns="91425">
            <a:normAutofit/>
          </a:bodyPr>
          <a:lstStyle>
            <a:lvl1pPr lvl="0">
              <a:spcBef>
                <a:spcPts val="0"/>
              </a:spcBef>
              <a:spcAft>
                <a:spcPts val="0"/>
              </a:spcAft>
              <a:buSzPts val="1100"/>
              <a:buNone/>
              <a:defRPr sz="1100"/>
            </a:lvl1pPr>
            <a:lvl2pPr lvl="1"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2pPr>
            <a:lvl3pPr lvl="2"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3pPr>
            <a:lvl4pPr lvl="3"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4pPr>
            <a:lvl5pPr lvl="4"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5pPr>
            <a:lvl6pPr lvl="5"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6pPr>
            <a:lvl7pPr lvl="6"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7pPr>
            <a:lvl8pPr lvl="7"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8pPr>
            <a:lvl9pPr lvl="8"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9pPr>
          </a:lstStyle>
          <a:p/>
        </p:txBody>
      </p:sp>
      <p:sp>
        <p:nvSpPr>
          <p:cNvPr id="131" name="Google Shape;131;p17"/>
          <p:cNvSpPr txBox="1"/>
          <p:nvPr>
            <p:ph idx="4" type="subTitle"/>
          </p:nvPr>
        </p:nvSpPr>
        <p:spPr>
          <a:xfrm>
            <a:off x="1185925" y="3765525"/>
            <a:ext cx="3727200" cy="934800"/>
          </a:xfrm>
          <a:prstGeom prst="rect">
            <a:avLst/>
          </a:prstGeom>
        </p:spPr>
        <p:txBody>
          <a:bodyPr anchorCtr="0" anchor="t" bIns="91425" lIns="91425" spcFirstLastPara="1" rIns="91425" wrap="square" tIns="91425">
            <a:normAutofit/>
          </a:bodyPr>
          <a:lstStyle>
            <a:lvl1pPr lvl="0">
              <a:spcBef>
                <a:spcPts val="0"/>
              </a:spcBef>
              <a:spcAft>
                <a:spcPts val="0"/>
              </a:spcAft>
              <a:buSzPts val="1100"/>
              <a:buNone/>
              <a:defRPr sz="1100"/>
            </a:lvl1pPr>
            <a:lvl2pPr lvl="1"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2pPr>
            <a:lvl3pPr lvl="2"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3pPr>
            <a:lvl4pPr lvl="3"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4pPr>
            <a:lvl5pPr lvl="4"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5pPr>
            <a:lvl6pPr lvl="5"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6pPr>
            <a:lvl7pPr lvl="6"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7pPr>
            <a:lvl8pPr lvl="7"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8pPr>
            <a:lvl9pPr lvl="8" algn="r">
              <a:spcBef>
                <a:spcPts val="0"/>
              </a:spcBef>
              <a:spcAft>
                <a:spcPts val="0"/>
              </a:spcAft>
              <a:buSzPts val="1100"/>
              <a:buFont typeface="Quicksand SemiBold"/>
              <a:buNone/>
              <a:defRPr sz="1100">
                <a:latin typeface="Quicksand SemiBold"/>
                <a:ea typeface="Quicksand SemiBold"/>
                <a:cs typeface="Quicksand SemiBold"/>
                <a:sym typeface="Quicksand SemiBold"/>
              </a:defRPr>
            </a:lvl9pPr>
          </a:lstStyle>
          <a:p/>
        </p:txBody>
      </p:sp>
      <p:pic>
        <p:nvPicPr>
          <p:cNvPr id="132" name="Google Shape;132;p17"/>
          <p:cNvPicPr preferRelativeResize="0"/>
          <p:nvPr/>
        </p:nvPicPr>
        <p:blipFill>
          <a:blip r:embed="rId3">
            <a:alphaModFix/>
          </a:blip>
          <a:stretch>
            <a:fillRect/>
          </a:stretch>
        </p:blipFill>
        <p:spPr>
          <a:xfrm rot="3977446">
            <a:off x="-1060326" y="4049474"/>
            <a:ext cx="2332475" cy="2399245"/>
          </a:xfrm>
          <a:prstGeom prst="rect">
            <a:avLst/>
          </a:prstGeom>
          <a:noFill/>
          <a:ln>
            <a:noFill/>
          </a:ln>
        </p:spPr>
      </p:pic>
      <p:grpSp>
        <p:nvGrpSpPr>
          <p:cNvPr id="133" name="Google Shape;133;p17"/>
          <p:cNvGrpSpPr/>
          <p:nvPr/>
        </p:nvGrpSpPr>
        <p:grpSpPr>
          <a:xfrm>
            <a:off x="636451" y="1645513"/>
            <a:ext cx="487389" cy="442988"/>
            <a:chOff x="1328739" y="2128838"/>
            <a:chExt cx="487389" cy="442988"/>
          </a:xfrm>
        </p:grpSpPr>
        <p:pic>
          <p:nvPicPr>
            <p:cNvPr descr=" " id="134" name="Google Shape;134;p17"/>
            <p:cNvPicPr preferRelativeResize="0"/>
            <p:nvPr/>
          </p:nvPicPr>
          <p:blipFill rotWithShape="1">
            <a:blip r:embed="rId4">
              <a:alphaModFix/>
            </a:blip>
            <a:srcRect b="0" l="0" r="0" t="0"/>
            <a:stretch/>
          </p:blipFill>
          <p:spPr>
            <a:xfrm>
              <a:off x="1328739" y="2128838"/>
              <a:ext cx="487389" cy="428572"/>
            </a:xfrm>
            <a:prstGeom prst="rect">
              <a:avLst/>
            </a:prstGeom>
            <a:noFill/>
            <a:ln>
              <a:noFill/>
            </a:ln>
          </p:spPr>
        </p:pic>
        <p:sp>
          <p:nvSpPr>
            <p:cNvPr id="135" name="Google Shape;135;p17"/>
            <p:cNvSpPr/>
            <p:nvPr/>
          </p:nvSpPr>
          <p:spPr>
            <a:xfrm>
              <a:off x="1404939" y="2219325"/>
              <a:ext cx="328500" cy="352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FFFF"/>
                </a:buClr>
                <a:buSzPts val="1800"/>
                <a:buFont typeface="Balsamiq Sans"/>
                <a:buNone/>
              </a:pPr>
              <a:r>
                <a:rPr b="1" i="0" lang="en-GB" sz="1800" u="none" cap="none" strike="noStrike">
                  <a:solidFill>
                    <a:srgbClr val="FFFFFF"/>
                  </a:solidFill>
                  <a:latin typeface="Balsamiq Sans"/>
                  <a:ea typeface="Balsamiq Sans"/>
                  <a:cs typeface="Balsamiq Sans"/>
                  <a:sym typeface="Balsamiq Sans"/>
                </a:rPr>
                <a:t>01</a:t>
              </a:r>
              <a:endParaRPr b="0" i="0" sz="1800" u="none" cap="none" strike="noStrike">
                <a:solidFill>
                  <a:srgbClr val="000000"/>
                </a:solidFill>
                <a:latin typeface="Calibri"/>
                <a:ea typeface="Calibri"/>
                <a:cs typeface="Calibri"/>
                <a:sym typeface="Calibri"/>
              </a:endParaRPr>
            </a:p>
          </p:txBody>
        </p:sp>
      </p:grpSp>
      <p:grpSp>
        <p:nvGrpSpPr>
          <p:cNvPr id="136" name="Google Shape;136;p17"/>
          <p:cNvGrpSpPr/>
          <p:nvPr/>
        </p:nvGrpSpPr>
        <p:grpSpPr>
          <a:xfrm>
            <a:off x="636442" y="2673188"/>
            <a:ext cx="438518" cy="442988"/>
            <a:chOff x="4343404" y="2128838"/>
            <a:chExt cx="438518" cy="442988"/>
          </a:xfrm>
        </p:grpSpPr>
        <p:pic>
          <p:nvPicPr>
            <p:cNvPr descr=" " id="137" name="Google Shape;137;p17"/>
            <p:cNvPicPr preferRelativeResize="0"/>
            <p:nvPr/>
          </p:nvPicPr>
          <p:blipFill rotWithShape="1">
            <a:blip r:embed="rId5">
              <a:alphaModFix/>
            </a:blip>
            <a:srcRect b="0" l="0" r="0" t="0"/>
            <a:stretch/>
          </p:blipFill>
          <p:spPr>
            <a:xfrm>
              <a:off x="4343404" y="2128838"/>
              <a:ext cx="438518" cy="428572"/>
            </a:xfrm>
            <a:prstGeom prst="rect">
              <a:avLst/>
            </a:prstGeom>
            <a:noFill/>
            <a:ln>
              <a:noFill/>
            </a:ln>
          </p:spPr>
        </p:pic>
        <p:sp>
          <p:nvSpPr>
            <p:cNvPr id="138" name="Google Shape;138;p17"/>
            <p:cNvSpPr/>
            <p:nvPr/>
          </p:nvSpPr>
          <p:spPr>
            <a:xfrm>
              <a:off x="4376742" y="2219325"/>
              <a:ext cx="366600" cy="352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FFFF"/>
                </a:buClr>
                <a:buSzPts val="1800"/>
                <a:buFont typeface="Balsamiq Sans"/>
                <a:buNone/>
              </a:pPr>
              <a:r>
                <a:rPr b="1" i="0" lang="en-GB" sz="1800" u="none" cap="none" strike="noStrike">
                  <a:solidFill>
                    <a:srgbClr val="FFFFFF"/>
                  </a:solidFill>
                  <a:latin typeface="Balsamiq Sans"/>
                  <a:ea typeface="Balsamiq Sans"/>
                  <a:cs typeface="Balsamiq Sans"/>
                  <a:sym typeface="Balsamiq Sans"/>
                </a:rPr>
                <a:t>02</a:t>
              </a:r>
              <a:endParaRPr b="0" i="0" sz="1800" u="none" cap="none" strike="noStrike">
                <a:solidFill>
                  <a:srgbClr val="000000"/>
                </a:solidFill>
                <a:latin typeface="Calibri"/>
                <a:ea typeface="Calibri"/>
                <a:cs typeface="Calibri"/>
                <a:sym typeface="Calibri"/>
              </a:endParaRPr>
            </a:p>
          </p:txBody>
        </p:sp>
      </p:grpSp>
      <p:grpSp>
        <p:nvGrpSpPr>
          <p:cNvPr id="139" name="Google Shape;139;p17"/>
          <p:cNvGrpSpPr/>
          <p:nvPr/>
        </p:nvGrpSpPr>
        <p:grpSpPr>
          <a:xfrm>
            <a:off x="629489" y="3700863"/>
            <a:ext cx="452400" cy="516325"/>
            <a:chOff x="1319214" y="3319463"/>
            <a:chExt cx="452400" cy="516325"/>
          </a:xfrm>
        </p:grpSpPr>
        <p:pic>
          <p:nvPicPr>
            <p:cNvPr descr=" " id="140" name="Google Shape;140;p17"/>
            <p:cNvPicPr preferRelativeResize="0"/>
            <p:nvPr/>
          </p:nvPicPr>
          <p:blipFill rotWithShape="1">
            <a:blip r:embed="rId6">
              <a:alphaModFix/>
            </a:blip>
            <a:srcRect b="0" l="0" r="0" t="0"/>
            <a:stretch/>
          </p:blipFill>
          <p:spPr>
            <a:xfrm>
              <a:off x="1325814" y="3319463"/>
              <a:ext cx="439200" cy="442800"/>
            </a:xfrm>
            <a:prstGeom prst="rect">
              <a:avLst/>
            </a:prstGeom>
            <a:noFill/>
            <a:ln>
              <a:noFill/>
            </a:ln>
          </p:spPr>
        </p:pic>
        <p:sp>
          <p:nvSpPr>
            <p:cNvPr id="141" name="Google Shape;141;p17"/>
            <p:cNvSpPr/>
            <p:nvPr/>
          </p:nvSpPr>
          <p:spPr>
            <a:xfrm>
              <a:off x="1319214" y="3397488"/>
              <a:ext cx="452400" cy="4383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FFFF"/>
                </a:buClr>
                <a:buSzPts val="2200"/>
                <a:buFont typeface="Balsamiq Sans"/>
                <a:buNone/>
              </a:pPr>
              <a:r>
                <a:rPr b="1" i="0" lang="en-GB" sz="1800" u="none" cap="none" strike="noStrike">
                  <a:solidFill>
                    <a:srgbClr val="FFFFFF"/>
                  </a:solidFill>
                  <a:latin typeface="Balsamiq Sans"/>
                  <a:ea typeface="Balsamiq Sans"/>
                  <a:cs typeface="Balsamiq Sans"/>
                  <a:sym typeface="Balsamiq Sans"/>
                </a:rPr>
                <a:t>03</a:t>
              </a:r>
              <a:endParaRPr b="0" i="0" sz="1800" u="none" cap="none" strike="noStrike">
                <a:solidFill>
                  <a:srgbClr val="000000"/>
                </a:solidFill>
                <a:latin typeface="Calibri"/>
                <a:ea typeface="Calibri"/>
                <a:cs typeface="Calibri"/>
                <a:sym typeface="Calibri"/>
              </a:endParaRPr>
            </a:p>
          </p:txBody>
        </p:sp>
      </p:grpSp>
    </p:spTree>
  </p:cSld>
  <p:clrMapOvr>
    <a:masterClrMapping/>
  </p:clrMapOvr>
  <p:extLst>
    <p:ext uri="{DCECCB84-F9BA-43D5-87BE-67443E8EF086}">
      <p15:sldGuideLst>
        <p15:guide id="1" orient="horz" pos="1620">
          <p15:clr>
            <a:srgbClr val="E46962"/>
          </p15:clr>
        </p15:guide>
        <p15:guide id="2" pos="2664">
          <p15:clr>
            <a:srgbClr val="E46962"/>
          </p15:clr>
        </p15:guide>
        <p15:guide id="3" pos="405">
          <p15:clr>
            <a:srgbClr val="E46962"/>
          </p15:clr>
        </p15:guide>
        <p15:guide id="4" pos="5328">
          <p15:clr>
            <a:srgbClr val="E46962"/>
          </p15:clr>
        </p15:guide>
        <p15:guide id="5" orient="horz" pos="409">
          <p15:clr>
            <a:srgbClr val="E46962"/>
          </p15:clr>
        </p15:guide>
        <p15:guide id="6" orient="horz" pos="1005">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_Title_Body_1">
  <p:cSld name="TITLE_1">
    <p:bg>
      <p:bgPr>
        <a:solidFill>
          <a:schemeClr val="lt2"/>
        </a:solidFill>
      </p:bgPr>
    </p:bg>
    <p:spTree>
      <p:nvGrpSpPr>
        <p:cNvPr id="142" name="Shape 142"/>
        <p:cNvGrpSpPr/>
        <p:nvPr/>
      </p:nvGrpSpPr>
      <p:grpSpPr>
        <a:xfrm>
          <a:off x="0" y="0"/>
          <a:ext cx="0" cy="0"/>
          <a:chOff x="0" y="0"/>
          <a:chExt cx="0" cy="0"/>
        </a:xfrm>
      </p:grpSpPr>
      <p:sp>
        <p:nvSpPr>
          <p:cNvPr id="143" name="Google Shape;143;p18"/>
          <p:cNvSpPr/>
          <p:nvPr/>
        </p:nvSpPr>
        <p:spPr>
          <a:xfrm>
            <a:off x="5782350" y="123775"/>
            <a:ext cx="3261000" cy="4933200"/>
          </a:xfrm>
          <a:prstGeom prst="roundRect">
            <a:avLst>
              <a:gd fmla="val 9123"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icksand Medium"/>
              <a:ea typeface="Quicksand Medium"/>
              <a:cs typeface="Quicksand Medium"/>
              <a:sym typeface="Quicksand Medium"/>
            </a:endParaRPr>
          </a:p>
        </p:txBody>
      </p:sp>
      <p:pic>
        <p:nvPicPr>
          <p:cNvPr id="144" name="Google Shape;144;p18"/>
          <p:cNvPicPr preferRelativeResize="0"/>
          <p:nvPr/>
        </p:nvPicPr>
        <p:blipFill>
          <a:blip r:embed="rId2">
            <a:alphaModFix/>
          </a:blip>
          <a:stretch>
            <a:fillRect/>
          </a:stretch>
        </p:blipFill>
        <p:spPr>
          <a:xfrm rot="-1679081">
            <a:off x="4476724" y="-1356787"/>
            <a:ext cx="3091850" cy="3060275"/>
          </a:xfrm>
          <a:prstGeom prst="rect">
            <a:avLst/>
          </a:prstGeom>
          <a:noFill/>
          <a:ln>
            <a:noFill/>
          </a:ln>
        </p:spPr>
      </p:pic>
      <p:sp>
        <p:nvSpPr>
          <p:cNvPr id="145" name="Google Shape;145;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GB"/>
              <a:t>‹#›</a:t>
            </a:fld>
            <a:endParaRPr/>
          </a:p>
        </p:txBody>
      </p:sp>
      <p:sp>
        <p:nvSpPr>
          <p:cNvPr id="146" name="Google Shape;146;p18"/>
          <p:cNvSpPr/>
          <p:nvPr>
            <p:ph idx="2" type="pic"/>
          </p:nvPr>
        </p:nvSpPr>
        <p:spPr>
          <a:xfrm>
            <a:off x="5782350" y="110350"/>
            <a:ext cx="3249000" cy="4869000"/>
          </a:xfrm>
          <a:prstGeom prst="roundRect">
            <a:avLst>
              <a:gd fmla="val 7783" name="adj"/>
            </a:avLst>
          </a:prstGeom>
          <a:noFill/>
          <a:ln>
            <a:noFill/>
          </a:ln>
        </p:spPr>
      </p:sp>
      <p:sp>
        <p:nvSpPr>
          <p:cNvPr id="147" name="Google Shape;147;p18"/>
          <p:cNvSpPr txBox="1"/>
          <p:nvPr>
            <p:ph type="title"/>
          </p:nvPr>
        </p:nvSpPr>
        <p:spPr>
          <a:xfrm>
            <a:off x="632175" y="650250"/>
            <a:ext cx="5046000" cy="726900"/>
          </a:xfrm>
          <a:prstGeom prst="rect">
            <a:avLst/>
          </a:prstGeom>
        </p:spPr>
        <p:txBody>
          <a:bodyPr anchorCtr="0" anchor="ctr" bIns="34275" lIns="34275" spcFirstLastPara="1" rIns="34275" wrap="square" tIns="34275">
            <a:spAutoFit/>
          </a:bodyPr>
          <a:lstStyle>
            <a:lvl1pPr lvl="0">
              <a:spcBef>
                <a:spcPts val="0"/>
              </a:spcBef>
              <a:spcAft>
                <a:spcPts val="0"/>
              </a:spcAft>
              <a:buSzPts val="2400"/>
              <a:buNone/>
              <a:defRPr sz="2400"/>
            </a:lvl1pPr>
            <a:lvl2pPr lvl="1">
              <a:spcBef>
                <a:spcPts val="0"/>
              </a:spcBef>
              <a:spcAft>
                <a:spcPts val="0"/>
              </a:spcAft>
              <a:buSzPts val="500"/>
              <a:buNone/>
              <a:defRPr>
                <a:latin typeface="Poppins"/>
                <a:ea typeface="Poppins"/>
                <a:cs typeface="Poppins"/>
                <a:sym typeface="Poppins"/>
              </a:defRPr>
            </a:lvl2pPr>
            <a:lvl3pPr lvl="2">
              <a:spcBef>
                <a:spcPts val="0"/>
              </a:spcBef>
              <a:spcAft>
                <a:spcPts val="0"/>
              </a:spcAft>
              <a:buSzPts val="500"/>
              <a:buNone/>
              <a:defRPr>
                <a:latin typeface="Poppins"/>
                <a:ea typeface="Poppins"/>
                <a:cs typeface="Poppins"/>
                <a:sym typeface="Poppins"/>
              </a:defRPr>
            </a:lvl3pPr>
            <a:lvl4pPr lvl="3">
              <a:spcBef>
                <a:spcPts val="0"/>
              </a:spcBef>
              <a:spcAft>
                <a:spcPts val="0"/>
              </a:spcAft>
              <a:buSzPts val="500"/>
              <a:buNone/>
              <a:defRPr>
                <a:latin typeface="Poppins"/>
                <a:ea typeface="Poppins"/>
                <a:cs typeface="Poppins"/>
                <a:sym typeface="Poppins"/>
              </a:defRPr>
            </a:lvl4pPr>
            <a:lvl5pPr lvl="4">
              <a:spcBef>
                <a:spcPts val="0"/>
              </a:spcBef>
              <a:spcAft>
                <a:spcPts val="0"/>
              </a:spcAft>
              <a:buSzPts val="500"/>
              <a:buNone/>
              <a:defRPr>
                <a:latin typeface="Poppins"/>
                <a:ea typeface="Poppins"/>
                <a:cs typeface="Poppins"/>
                <a:sym typeface="Poppins"/>
              </a:defRPr>
            </a:lvl5pPr>
            <a:lvl6pPr lvl="5">
              <a:spcBef>
                <a:spcPts val="0"/>
              </a:spcBef>
              <a:spcAft>
                <a:spcPts val="0"/>
              </a:spcAft>
              <a:buSzPts val="500"/>
              <a:buNone/>
              <a:defRPr>
                <a:latin typeface="Poppins"/>
                <a:ea typeface="Poppins"/>
                <a:cs typeface="Poppins"/>
                <a:sym typeface="Poppins"/>
              </a:defRPr>
            </a:lvl6pPr>
            <a:lvl7pPr lvl="6">
              <a:spcBef>
                <a:spcPts val="0"/>
              </a:spcBef>
              <a:spcAft>
                <a:spcPts val="0"/>
              </a:spcAft>
              <a:buSzPts val="500"/>
              <a:buNone/>
              <a:defRPr>
                <a:latin typeface="Poppins"/>
                <a:ea typeface="Poppins"/>
                <a:cs typeface="Poppins"/>
                <a:sym typeface="Poppins"/>
              </a:defRPr>
            </a:lvl7pPr>
            <a:lvl8pPr lvl="7">
              <a:spcBef>
                <a:spcPts val="0"/>
              </a:spcBef>
              <a:spcAft>
                <a:spcPts val="0"/>
              </a:spcAft>
              <a:buSzPts val="500"/>
              <a:buNone/>
              <a:defRPr>
                <a:latin typeface="Poppins"/>
                <a:ea typeface="Poppins"/>
                <a:cs typeface="Poppins"/>
                <a:sym typeface="Poppins"/>
              </a:defRPr>
            </a:lvl8pPr>
            <a:lvl9pPr lvl="8">
              <a:spcBef>
                <a:spcPts val="0"/>
              </a:spcBef>
              <a:spcAft>
                <a:spcPts val="0"/>
              </a:spcAft>
              <a:buSzPts val="500"/>
              <a:buNone/>
              <a:defRPr>
                <a:latin typeface="Poppins"/>
                <a:ea typeface="Poppins"/>
                <a:cs typeface="Poppins"/>
                <a:sym typeface="Poppins"/>
              </a:defRPr>
            </a:lvl9pPr>
          </a:lstStyle>
          <a:p/>
        </p:txBody>
      </p:sp>
      <p:sp>
        <p:nvSpPr>
          <p:cNvPr id="148" name="Google Shape;148;p18"/>
          <p:cNvSpPr txBox="1"/>
          <p:nvPr>
            <p:ph idx="1" type="subTitle"/>
          </p:nvPr>
        </p:nvSpPr>
        <p:spPr>
          <a:xfrm>
            <a:off x="642700" y="1562500"/>
            <a:ext cx="4337400" cy="1964700"/>
          </a:xfrm>
          <a:prstGeom prst="rect">
            <a:avLst/>
          </a:prstGeom>
        </p:spPr>
        <p:txBody>
          <a:bodyPr anchorCtr="0" anchor="t" bIns="91425" lIns="91425" spcFirstLastPara="1" rIns="91425" wrap="square" tIns="91425">
            <a:noAutofit/>
          </a:bodyPr>
          <a:lstStyle>
            <a:lvl1pPr lvl="0">
              <a:spcBef>
                <a:spcPts val="0"/>
              </a:spcBef>
              <a:spcAft>
                <a:spcPts val="0"/>
              </a:spcAft>
              <a:buSzPts val="1300"/>
              <a:buNone/>
              <a:defRPr sz="13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pic>
        <p:nvPicPr>
          <p:cNvPr id="149" name="Google Shape;149;p18"/>
          <p:cNvPicPr preferRelativeResize="0"/>
          <p:nvPr/>
        </p:nvPicPr>
        <p:blipFill>
          <a:blip r:embed="rId3">
            <a:alphaModFix/>
          </a:blip>
          <a:stretch>
            <a:fillRect/>
          </a:stretch>
        </p:blipFill>
        <p:spPr>
          <a:xfrm>
            <a:off x="-1091425" y="3570450"/>
            <a:ext cx="2524951" cy="2504201"/>
          </a:xfrm>
          <a:prstGeom prst="rect">
            <a:avLst/>
          </a:prstGeom>
          <a:noFill/>
          <a:ln>
            <a:noFill/>
          </a:ln>
        </p:spPr>
      </p:pic>
      <p:pic>
        <p:nvPicPr>
          <p:cNvPr descr=" " id="150" name="Google Shape;150;p18"/>
          <p:cNvPicPr preferRelativeResize="0"/>
          <p:nvPr/>
        </p:nvPicPr>
        <p:blipFill rotWithShape="1">
          <a:blip r:embed="rId4">
            <a:alphaModFix/>
          </a:blip>
          <a:srcRect b="0" l="0" r="0" t="0"/>
          <a:stretch/>
        </p:blipFill>
        <p:spPr>
          <a:xfrm>
            <a:off x="5143508" y="4663225"/>
            <a:ext cx="638850" cy="539119"/>
          </a:xfrm>
          <a:prstGeom prst="rect">
            <a:avLst/>
          </a:prstGeom>
          <a:noFill/>
          <a:ln>
            <a:noFill/>
          </a:ln>
        </p:spPr>
      </p:pic>
      <p:pic>
        <p:nvPicPr>
          <p:cNvPr descr=" " id="151" name="Google Shape;151;p18"/>
          <p:cNvPicPr preferRelativeResize="0"/>
          <p:nvPr/>
        </p:nvPicPr>
        <p:blipFill rotWithShape="1">
          <a:blip r:embed="rId5">
            <a:alphaModFix/>
          </a:blip>
          <a:srcRect b="-20660" l="43579" r="-43579" t="20660"/>
          <a:stretch/>
        </p:blipFill>
        <p:spPr>
          <a:xfrm>
            <a:off x="-106897" y="18644"/>
            <a:ext cx="528793" cy="446253"/>
          </a:xfrm>
          <a:prstGeom prst="rect">
            <a:avLst/>
          </a:prstGeom>
          <a:noFill/>
          <a:ln>
            <a:noFill/>
          </a:ln>
        </p:spPr>
      </p:pic>
    </p:spTree>
  </p:cSld>
  <p:clrMapOvr>
    <a:masterClrMapping/>
  </p:clrMapOvr>
  <p:extLst>
    <p:ext uri="{DCECCB84-F9BA-43D5-87BE-67443E8EF086}">
      <p15:sldGuideLst>
        <p15:guide id="1" orient="horz" pos="1620">
          <p15:clr>
            <a:srgbClr val="E46962"/>
          </p15:clr>
        </p15:guide>
        <p15:guide id="2" pos="2880">
          <p15:clr>
            <a:srgbClr val="E46962"/>
          </p15:clr>
        </p15:guide>
        <p15:guide id="3" pos="405">
          <p15:clr>
            <a:srgbClr val="E46962"/>
          </p15:clr>
        </p15:guide>
        <p15:guide id="4" orient="horz" pos="628">
          <p15:clr>
            <a:srgbClr val="E46962"/>
          </p15:clr>
        </p15:guide>
        <p15:guide id="5" pos="5328">
          <p15:clr>
            <a:srgbClr val="E46962"/>
          </p15:clr>
        </p15:guide>
        <p15:guide id="6" orient="horz" pos="984">
          <p15:clr>
            <a:srgbClr val="E46962"/>
          </p15:clr>
        </p15:guide>
        <p15:guide id="7" orient="horz" pos="1080">
          <p15:clr>
            <a:srgbClr val="E46962"/>
          </p15:clr>
        </p15:guide>
        <p15:guide id="8" orient="horz" pos="410">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_Title_Body_2">
  <p:cSld name="TITLE_1_1_3">
    <p:spTree>
      <p:nvGrpSpPr>
        <p:cNvPr id="152" name="Shape 152"/>
        <p:cNvGrpSpPr/>
        <p:nvPr/>
      </p:nvGrpSpPr>
      <p:grpSpPr>
        <a:xfrm>
          <a:off x="0" y="0"/>
          <a:ext cx="0" cy="0"/>
          <a:chOff x="0" y="0"/>
          <a:chExt cx="0" cy="0"/>
        </a:xfrm>
      </p:grpSpPr>
      <p:sp>
        <p:nvSpPr>
          <p:cNvPr id="153" name="Google Shape;153;p19"/>
          <p:cNvSpPr/>
          <p:nvPr/>
        </p:nvSpPr>
        <p:spPr>
          <a:xfrm>
            <a:off x="123625" y="159225"/>
            <a:ext cx="3227400" cy="4897500"/>
          </a:xfrm>
          <a:prstGeom prst="roundRect">
            <a:avLst>
              <a:gd fmla="val 912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icksand Medium"/>
              <a:ea typeface="Quicksand Medium"/>
              <a:cs typeface="Quicksand Medium"/>
              <a:sym typeface="Quicksand Medium"/>
            </a:endParaRPr>
          </a:p>
        </p:txBody>
      </p:sp>
      <p:sp>
        <p:nvSpPr>
          <p:cNvPr id="154" name="Google Shape;154;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GB"/>
              <a:t>‹#›</a:t>
            </a:fld>
            <a:endParaRPr/>
          </a:p>
        </p:txBody>
      </p:sp>
      <p:sp>
        <p:nvSpPr>
          <p:cNvPr id="155" name="Google Shape;155;p19"/>
          <p:cNvSpPr/>
          <p:nvPr>
            <p:ph idx="2" type="pic"/>
          </p:nvPr>
        </p:nvSpPr>
        <p:spPr>
          <a:xfrm>
            <a:off x="123700" y="159225"/>
            <a:ext cx="3227400" cy="4836600"/>
          </a:xfrm>
          <a:prstGeom prst="roundRect">
            <a:avLst>
              <a:gd fmla="val 8770" name="adj"/>
            </a:avLst>
          </a:prstGeom>
          <a:noFill/>
          <a:ln>
            <a:noFill/>
          </a:ln>
        </p:spPr>
      </p:sp>
      <p:sp>
        <p:nvSpPr>
          <p:cNvPr id="156" name="Google Shape;156;p19"/>
          <p:cNvSpPr txBox="1"/>
          <p:nvPr>
            <p:ph idx="1" type="subTitle"/>
          </p:nvPr>
        </p:nvSpPr>
        <p:spPr>
          <a:xfrm>
            <a:off x="4135200" y="1595175"/>
            <a:ext cx="4176600" cy="1964700"/>
          </a:xfrm>
          <a:prstGeom prst="rect">
            <a:avLst/>
          </a:prstGeom>
        </p:spPr>
        <p:txBody>
          <a:bodyPr anchorCtr="0" anchor="t" bIns="91425" lIns="91425" spcFirstLastPara="1" rIns="91425" wrap="square" tIns="91425">
            <a:noAutofit/>
          </a:bodyPr>
          <a:lstStyle>
            <a:lvl1pPr lvl="0">
              <a:spcBef>
                <a:spcPts val="0"/>
              </a:spcBef>
              <a:spcAft>
                <a:spcPts val="0"/>
              </a:spcAft>
              <a:buSzPts val="1300"/>
              <a:buNone/>
              <a:defRPr sz="13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57" name="Google Shape;157;p19"/>
          <p:cNvSpPr txBox="1"/>
          <p:nvPr>
            <p:ph type="title"/>
          </p:nvPr>
        </p:nvSpPr>
        <p:spPr>
          <a:xfrm>
            <a:off x="4135200" y="650250"/>
            <a:ext cx="4270500" cy="726900"/>
          </a:xfrm>
          <a:prstGeom prst="rect">
            <a:avLst/>
          </a:prstGeom>
        </p:spPr>
        <p:txBody>
          <a:bodyPr anchorCtr="0" anchor="ctr" bIns="34275" lIns="34275" spcFirstLastPara="1" rIns="34275" wrap="square" tIns="34275">
            <a:normAutofit/>
          </a:bodyPr>
          <a:lstStyle>
            <a:lvl1pPr lvl="0">
              <a:spcBef>
                <a:spcPts val="0"/>
              </a:spcBef>
              <a:spcAft>
                <a:spcPts val="0"/>
              </a:spcAft>
              <a:buSzPts val="2400"/>
              <a:buNone/>
              <a:defRPr sz="2400"/>
            </a:lvl1pPr>
            <a:lvl2pPr lvl="1">
              <a:spcBef>
                <a:spcPts val="0"/>
              </a:spcBef>
              <a:spcAft>
                <a:spcPts val="0"/>
              </a:spcAft>
              <a:buSzPts val="500"/>
              <a:buNone/>
              <a:defRPr>
                <a:latin typeface="Poppins"/>
                <a:ea typeface="Poppins"/>
                <a:cs typeface="Poppins"/>
                <a:sym typeface="Poppins"/>
              </a:defRPr>
            </a:lvl2pPr>
            <a:lvl3pPr lvl="2">
              <a:spcBef>
                <a:spcPts val="0"/>
              </a:spcBef>
              <a:spcAft>
                <a:spcPts val="0"/>
              </a:spcAft>
              <a:buSzPts val="500"/>
              <a:buNone/>
              <a:defRPr>
                <a:latin typeface="Poppins"/>
                <a:ea typeface="Poppins"/>
                <a:cs typeface="Poppins"/>
                <a:sym typeface="Poppins"/>
              </a:defRPr>
            </a:lvl3pPr>
            <a:lvl4pPr lvl="3">
              <a:spcBef>
                <a:spcPts val="0"/>
              </a:spcBef>
              <a:spcAft>
                <a:spcPts val="0"/>
              </a:spcAft>
              <a:buSzPts val="500"/>
              <a:buNone/>
              <a:defRPr>
                <a:latin typeface="Poppins"/>
                <a:ea typeface="Poppins"/>
                <a:cs typeface="Poppins"/>
                <a:sym typeface="Poppins"/>
              </a:defRPr>
            </a:lvl4pPr>
            <a:lvl5pPr lvl="4">
              <a:spcBef>
                <a:spcPts val="0"/>
              </a:spcBef>
              <a:spcAft>
                <a:spcPts val="0"/>
              </a:spcAft>
              <a:buSzPts val="500"/>
              <a:buNone/>
              <a:defRPr>
                <a:latin typeface="Poppins"/>
                <a:ea typeface="Poppins"/>
                <a:cs typeface="Poppins"/>
                <a:sym typeface="Poppins"/>
              </a:defRPr>
            </a:lvl5pPr>
            <a:lvl6pPr lvl="5">
              <a:spcBef>
                <a:spcPts val="0"/>
              </a:spcBef>
              <a:spcAft>
                <a:spcPts val="0"/>
              </a:spcAft>
              <a:buSzPts val="500"/>
              <a:buNone/>
              <a:defRPr>
                <a:latin typeface="Poppins"/>
                <a:ea typeface="Poppins"/>
                <a:cs typeface="Poppins"/>
                <a:sym typeface="Poppins"/>
              </a:defRPr>
            </a:lvl6pPr>
            <a:lvl7pPr lvl="6">
              <a:spcBef>
                <a:spcPts val="0"/>
              </a:spcBef>
              <a:spcAft>
                <a:spcPts val="0"/>
              </a:spcAft>
              <a:buSzPts val="500"/>
              <a:buNone/>
              <a:defRPr>
                <a:latin typeface="Poppins"/>
                <a:ea typeface="Poppins"/>
                <a:cs typeface="Poppins"/>
                <a:sym typeface="Poppins"/>
              </a:defRPr>
            </a:lvl7pPr>
            <a:lvl8pPr lvl="7">
              <a:spcBef>
                <a:spcPts val="0"/>
              </a:spcBef>
              <a:spcAft>
                <a:spcPts val="0"/>
              </a:spcAft>
              <a:buSzPts val="500"/>
              <a:buNone/>
              <a:defRPr>
                <a:latin typeface="Poppins"/>
                <a:ea typeface="Poppins"/>
                <a:cs typeface="Poppins"/>
                <a:sym typeface="Poppins"/>
              </a:defRPr>
            </a:lvl8pPr>
            <a:lvl9pPr lvl="8">
              <a:spcBef>
                <a:spcPts val="0"/>
              </a:spcBef>
              <a:spcAft>
                <a:spcPts val="0"/>
              </a:spcAft>
              <a:buSzPts val="500"/>
              <a:buNone/>
              <a:defRPr>
                <a:latin typeface="Poppins"/>
                <a:ea typeface="Poppins"/>
                <a:cs typeface="Poppins"/>
                <a:sym typeface="Poppins"/>
              </a:defRPr>
            </a:lvl9pPr>
          </a:lstStyle>
          <a:p/>
        </p:txBody>
      </p:sp>
      <p:pic>
        <p:nvPicPr>
          <p:cNvPr descr=" " id="158" name="Google Shape;158;p19"/>
          <p:cNvPicPr preferRelativeResize="0"/>
          <p:nvPr/>
        </p:nvPicPr>
        <p:blipFill rotWithShape="1">
          <a:blip r:embed="rId2">
            <a:alphaModFix/>
          </a:blip>
          <a:srcRect b="0" l="0" r="0" t="0"/>
          <a:stretch/>
        </p:blipFill>
        <p:spPr>
          <a:xfrm>
            <a:off x="3351108" y="4154820"/>
            <a:ext cx="465512" cy="508408"/>
          </a:xfrm>
          <a:prstGeom prst="rect">
            <a:avLst/>
          </a:prstGeom>
          <a:noFill/>
          <a:ln>
            <a:noFill/>
          </a:ln>
        </p:spPr>
      </p:pic>
      <p:pic>
        <p:nvPicPr>
          <p:cNvPr descr=" " id="159" name="Google Shape;159;p19"/>
          <p:cNvPicPr preferRelativeResize="0"/>
          <p:nvPr/>
        </p:nvPicPr>
        <p:blipFill rotWithShape="1">
          <a:blip r:embed="rId3">
            <a:alphaModFix/>
          </a:blip>
          <a:srcRect b="0" l="0" r="0" t="0"/>
          <a:stretch/>
        </p:blipFill>
        <p:spPr>
          <a:xfrm>
            <a:off x="8563024" y="334538"/>
            <a:ext cx="157163" cy="157163"/>
          </a:xfrm>
          <a:prstGeom prst="rect">
            <a:avLst/>
          </a:prstGeom>
          <a:noFill/>
          <a:ln>
            <a:noFill/>
          </a:ln>
        </p:spPr>
      </p:pic>
      <p:pic>
        <p:nvPicPr>
          <p:cNvPr descr=" " id="160" name="Google Shape;160;p19"/>
          <p:cNvPicPr preferRelativeResize="0"/>
          <p:nvPr/>
        </p:nvPicPr>
        <p:blipFill rotWithShape="1">
          <a:blip r:embed="rId4">
            <a:alphaModFix/>
          </a:blip>
          <a:srcRect b="0" l="0" r="0" t="0"/>
          <a:stretch/>
        </p:blipFill>
        <p:spPr>
          <a:xfrm>
            <a:off x="8472449" y="3635278"/>
            <a:ext cx="247715" cy="202697"/>
          </a:xfrm>
          <a:prstGeom prst="rect">
            <a:avLst/>
          </a:prstGeom>
          <a:noFill/>
          <a:ln>
            <a:noFill/>
          </a:ln>
        </p:spPr>
      </p:pic>
      <p:pic>
        <p:nvPicPr>
          <p:cNvPr descr=" " id="161" name="Google Shape;161;p19"/>
          <p:cNvPicPr preferRelativeResize="0"/>
          <p:nvPr/>
        </p:nvPicPr>
        <p:blipFill rotWithShape="1">
          <a:blip r:embed="rId5">
            <a:alphaModFix/>
          </a:blip>
          <a:srcRect b="0" l="0" r="0" t="0"/>
          <a:stretch/>
        </p:blipFill>
        <p:spPr>
          <a:xfrm>
            <a:off x="3786191" y="266700"/>
            <a:ext cx="110576" cy="67857"/>
          </a:xfrm>
          <a:prstGeom prst="rect">
            <a:avLst/>
          </a:prstGeom>
          <a:noFill/>
          <a:ln>
            <a:noFill/>
          </a:ln>
        </p:spPr>
      </p:pic>
      <p:pic>
        <p:nvPicPr>
          <p:cNvPr descr=" " id="162" name="Google Shape;162;p19"/>
          <p:cNvPicPr preferRelativeResize="0"/>
          <p:nvPr/>
        </p:nvPicPr>
        <p:blipFill rotWithShape="1">
          <a:blip r:embed="rId6">
            <a:alphaModFix/>
          </a:blip>
          <a:srcRect b="0" l="0" r="0" t="0"/>
          <a:stretch/>
        </p:blipFill>
        <p:spPr>
          <a:xfrm>
            <a:off x="5919717" y="4398393"/>
            <a:ext cx="1043003" cy="488477"/>
          </a:xfrm>
          <a:prstGeom prst="rect">
            <a:avLst/>
          </a:prstGeom>
          <a:noFill/>
          <a:ln>
            <a:noFill/>
          </a:ln>
        </p:spPr>
      </p:pic>
    </p:spTree>
  </p:cSld>
  <p:clrMapOvr>
    <a:masterClrMapping/>
  </p:clrMapOvr>
  <p:extLst>
    <p:ext uri="{DCECCB84-F9BA-43D5-87BE-67443E8EF086}">
      <p15:sldGuideLst>
        <p15:guide id="1" orient="horz" pos="1620">
          <p15:clr>
            <a:srgbClr val="E46962"/>
          </p15:clr>
        </p15:guide>
        <p15:guide id="2" pos="2664">
          <p15:clr>
            <a:srgbClr val="E46962"/>
          </p15:clr>
        </p15:guide>
        <p15:guide id="3" pos="405">
          <p15:clr>
            <a:srgbClr val="E46962"/>
          </p15:clr>
        </p15:guide>
        <p15:guide id="4" pos="5328">
          <p15:clr>
            <a:srgbClr val="E46962"/>
          </p15:clr>
        </p15:guide>
        <p15:guide id="5" orient="horz" pos="409">
          <p15:clr>
            <a:srgbClr val="E46962"/>
          </p15:clr>
        </p15:guide>
        <p15:guide id="6" orient="horz" pos="1005">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_Title_Body_3">
  <p:cSld name="TITLE_1_1_1">
    <p:spTree>
      <p:nvGrpSpPr>
        <p:cNvPr id="163" name="Shape 163"/>
        <p:cNvGrpSpPr/>
        <p:nvPr/>
      </p:nvGrpSpPr>
      <p:grpSpPr>
        <a:xfrm>
          <a:off x="0" y="0"/>
          <a:ext cx="0" cy="0"/>
          <a:chOff x="0" y="0"/>
          <a:chExt cx="0" cy="0"/>
        </a:xfrm>
      </p:grpSpPr>
      <p:sp>
        <p:nvSpPr>
          <p:cNvPr id="164" name="Google Shape;16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GB"/>
              <a:t>‹#›</a:t>
            </a:fld>
            <a:endParaRPr/>
          </a:p>
        </p:txBody>
      </p:sp>
      <p:sp>
        <p:nvSpPr>
          <p:cNvPr id="165" name="Google Shape;165;p20"/>
          <p:cNvSpPr txBox="1"/>
          <p:nvPr>
            <p:ph idx="1" type="subTitle"/>
          </p:nvPr>
        </p:nvSpPr>
        <p:spPr>
          <a:xfrm>
            <a:off x="383075" y="2108650"/>
            <a:ext cx="2469000" cy="4074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Font typeface="Quicksand SemiBold"/>
              <a:buNone/>
              <a:defRPr sz="1200">
                <a:latin typeface="Quicksand SemiBold"/>
                <a:ea typeface="Quicksand SemiBold"/>
                <a:cs typeface="Quicksand SemiBold"/>
                <a:sym typeface="Quicksand SemiBold"/>
              </a:defRPr>
            </a:lvl2pPr>
            <a:lvl3pPr lvl="2">
              <a:spcBef>
                <a:spcPts val="0"/>
              </a:spcBef>
              <a:spcAft>
                <a:spcPts val="0"/>
              </a:spcAft>
              <a:buSzPts val="1200"/>
              <a:buFont typeface="Quicksand SemiBold"/>
              <a:buNone/>
              <a:defRPr sz="1200">
                <a:latin typeface="Quicksand SemiBold"/>
                <a:ea typeface="Quicksand SemiBold"/>
                <a:cs typeface="Quicksand SemiBold"/>
                <a:sym typeface="Quicksand SemiBold"/>
              </a:defRPr>
            </a:lvl3pPr>
            <a:lvl4pPr lvl="3">
              <a:spcBef>
                <a:spcPts val="0"/>
              </a:spcBef>
              <a:spcAft>
                <a:spcPts val="0"/>
              </a:spcAft>
              <a:buSzPts val="1200"/>
              <a:buFont typeface="Quicksand SemiBold"/>
              <a:buNone/>
              <a:defRPr sz="1200">
                <a:latin typeface="Quicksand SemiBold"/>
                <a:ea typeface="Quicksand SemiBold"/>
                <a:cs typeface="Quicksand SemiBold"/>
                <a:sym typeface="Quicksand SemiBold"/>
              </a:defRPr>
            </a:lvl4pPr>
            <a:lvl5pPr lvl="4">
              <a:spcBef>
                <a:spcPts val="0"/>
              </a:spcBef>
              <a:spcAft>
                <a:spcPts val="0"/>
              </a:spcAft>
              <a:buSzPts val="1200"/>
              <a:buFont typeface="Quicksand SemiBold"/>
              <a:buNone/>
              <a:defRPr sz="1200">
                <a:latin typeface="Quicksand SemiBold"/>
                <a:ea typeface="Quicksand SemiBold"/>
                <a:cs typeface="Quicksand SemiBold"/>
                <a:sym typeface="Quicksand SemiBold"/>
              </a:defRPr>
            </a:lvl5pPr>
            <a:lvl6pPr lvl="5">
              <a:spcBef>
                <a:spcPts val="0"/>
              </a:spcBef>
              <a:spcAft>
                <a:spcPts val="0"/>
              </a:spcAft>
              <a:buSzPts val="1200"/>
              <a:buFont typeface="Quicksand SemiBold"/>
              <a:buNone/>
              <a:defRPr sz="1200">
                <a:latin typeface="Quicksand SemiBold"/>
                <a:ea typeface="Quicksand SemiBold"/>
                <a:cs typeface="Quicksand SemiBold"/>
                <a:sym typeface="Quicksand SemiBold"/>
              </a:defRPr>
            </a:lvl6pPr>
            <a:lvl7pPr lvl="6">
              <a:spcBef>
                <a:spcPts val="0"/>
              </a:spcBef>
              <a:spcAft>
                <a:spcPts val="0"/>
              </a:spcAft>
              <a:buSzPts val="1200"/>
              <a:buFont typeface="Quicksand SemiBold"/>
              <a:buNone/>
              <a:defRPr sz="1200">
                <a:latin typeface="Quicksand SemiBold"/>
                <a:ea typeface="Quicksand SemiBold"/>
                <a:cs typeface="Quicksand SemiBold"/>
                <a:sym typeface="Quicksand SemiBold"/>
              </a:defRPr>
            </a:lvl7pPr>
            <a:lvl8pPr lvl="7">
              <a:spcBef>
                <a:spcPts val="0"/>
              </a:spcBef>
              <a:spcAft>
                <a:spcPts val="0"/>
              </a:spcAft>
              <a:buSzPts val="1200"/>
              <a:buFont typeface="Quicksand SemiBold"/>
              <a:buNone/>
              <a:defRPr sz="1200">
                <a:latin typeface="Quicksand SemiBold"/>
                <a:ea typeface="Quicksand SemiBold"/>
                <a:cs typeface="Quicksand SemiBold"/>
                <a:sym typeface="Quicksand SemiBold"/>
              </a:defRPr>
            </a:lvl8pPr>
            <a:lvl9pPr lvl="8">
              <a:spcBef>
                <a:spcPts val="0"/>
              </a:spcBef>
              <a:spcAft>
                <a:spcPts val="0"/>
              </a:spcAft>
              <a:buSzPts val="1200"/>
              <a:buFont typeface="Quicksand SemiBold"/>
              <a:buNone/>
              <a:defRPr sz="1200">
                <a:latin typeface="Quicksand SemiBold"/>
                <a:ea typeface="Quicksand SemiBold"/>
                <a:cs typeface="Quicksand SemiBold"/>
                <a:sym typeface="Quicksand SemiBold"/>
              </a:defRPr>
            </a:lvl9pPr>
          </a:lstStyle>
          <a:p/>
        </p:txBody>
      </p:sp>
      <p:sp>
        <p:nvSpPr>
          <p:cNvPr id="166" name="Google Shape;166;p20"/>
          <p:cNvSpPr txBox="1"/>
          <p:nvPr>
            <p:ph idx="2" type="subTitle"/>
          </p:nvPr>
        </p:nvSpPr>
        <p:spPr>
          <a:xfrm>
            <a:off x="3284763" y="2108650"/>
            <a:ext cx="2469000" cy="395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Font typeface="Quicksand SemiBold"/>
              <a:buNone/>
              <a:defRPr sz="1200">
                <a:latin typeface="Quicksand SemiBold"/>
                <a:ea typeface="Quicksand SemiBold"/>
                <a:cs typeface="Quicksand SemiBold"/>
                <a:sym typeface="Quicksand SemiBold"/>
              </a:defRPr>
            </a:lvl2pPr>
            <a:lvl3pPr lvl="2">
              <a:spcBef>
                <a:spcPts val="0"/>
              </a:spcBef>
              <a:spcAft>
                <a:spcPts val="0"/>
              </a:spcAft>
              <a:buSzPts val="1200"/>
              <a:buFont typeface="Quicksand SemiBold"/>
              <a:buNone/>
              <a:defRPr sz="1200">
                <a:latin typeface="Quicksand SemiBold"/>
                <a:ea typeface="Quicksand SemiBold"/>
                <a:cs typeface="Quicksand SemiBold"/>
                <a:sym typeface="Quicksand SemiBold"/>
              </a:defRPr>
            </a:lvl3pPr>
            <a:lvl4pPr lvl="3">
              <a:spcBef>
                <a:spcPts val="0"/>
              </a:spcBef>
              <a:spcAft>
                <a:spcPts val="0"/>
              </a:spcAft>
              <a:buSzPts val="1200"/>
              <a:buFont typeface="Quicksand SemiBold"/>
              <a:buNone/>
              <a:defRPr sz="1200">
                <a:latin typeface="Quicksand SemiBold"/>
                <a:ea typeface="Quicksand SemiBold"/>
                <a:cs typeface="Quicksand SemiBold"/>
                <a:sym typeface="Quicksand SemiBold"/>
              </a:defRPr>
            </a:lvl4pPr>
            <a:lvl5pPr lvl="4">
              <a:spcBef>
                <a:spcPts val="0"/>
              </a:spcBef>
              <a:spcAft>
                <a:spcPts val="0"/>
              </a:spcAft>
              <a:buSzPts val="1200"/>
              <a:buFont typeface="Quicksand SemiBold"/>
              <a:buNone/>
              <a:defRPr sz="1200">
                <a:latin typeface="Quicksand SemiBold"/>
                <a:ea typeface="Quicksand SemiBold"/>
                <a:cs typeface="Quicksand SemiBold"/>
                <a:sym typeface="Quicksand SemiBold"/>
              </a:defRPr>
            </a:lvl5pPr>
            <a:lvl6pPr lvl="5">
              <a:spcBef>
                <a:spcPts val="0"/>
              </a:spcBef>
              <a:spcAft>
                <a:spcPts val="0"/>
              </a:spcAft>
              <a:buSzPts val="1200"/>
              <a:buFont typeface="Quicksand SemiBold"/>
              <a:buNone/>
              <a:defRPr sz="1200">
                <a:latin typeface="Quicksand SemiBold"/>
                <a:ea typeface="Quicksand SemiBold"/>
                <a:cs typeface="Quicksand SemiBold"/>
                <a:sym typeface="Quicksand SemiBold"/>
              </a:defRPr>
            </a:lvl6pPr>
            <a:lvl7pPr lvl="6">
              <a:spcBef>
                <a:spcPts val="0"/>
              </a:spcBef>
              <a:spcAft>
                <a:spcPts val="0"/>
              </a:spcAft>
              <a:buSzPts val="1200"/>
              <a:buFont typeface="Quicksand SemiBold"/>
              <a:buNone/>
              <a:defRPr sz="1200">
                <a:latin typeface="Quicksand SemiBold"/>
                <a:ea typeface="Quicksand SemiBold"/>
                <a:cs typeface="Quicksand SemiBold"/>
                <a:sym typeface="Quicksand SemiBold"/>
              </a:defRPr>
            </a:lvl7pPr>
            <a:lvl8pPr lvl="7">
              <a:spcBef>
                <a:spcPts val="0"/>
              </a:spcBef>
              <a:spcAft>
                <a:spcPts val="0"/>
              </a:spcAft>
              <a:buSzPts val="1200"/>
              <a:buFont typeface="Quicksand SemiBold"/>
              <a:buNone/>
              <a:defRPr sz="1200">
                <a:latin typeface="Quicksand SemiBold"/>
                <a:ea typeface="Quicksand SemiBold"/>
                <a:cs typeface="Quicksand SemiBold"/>
                <a:sym typeface="Quicksand SemiBold"/>
              </a:defRPr>
            </a:lvl8pPr>
            <a:lvl9pPr lvl="8">
              <a:spcBef>
                <a:spcPts val="0"/>
              </a:spcBef>
              <a:spcAft>
                <a:spcPts val="0"/>
              </a:spcAft>
              <a:buSzPts val="1200"/>
              <a:buFont typeface="Quicksand SemiBold"/>
              <a:buNone/>
              <a:defRPr sz="1200">
                <a:latin typeface="Quicksand SemiBold"/>
                <a:ea typeface="Quicksand SemiBold"/>
                <a:cs typeface="Quicksand SemiBold"/>
                <a:sym typeface="Quicksand SemiBold"/>
              </a:defRPr>
            </a:lvl9pPr>
          </a:lstStyle>
          <a:p/>
        </p:txBody>
      </p:sp>
      <p:sp>
        <p:nvSpPr>
          <p:cNvPr id="167" name="Google Shape;167;p20"/>
          <p:cNvSpPr txBox="1"/>
          <p:nvPr>
            <p:ph type="title"/>
          </p:nvPr>
        </p:nvSpPr>
        <p:spPr>
          <a:xfrm>
            <a:off x="383075" y="575350"/>
            <a:ext cx="7753500" cy="636000"/>
          </a:xfrm>
          <a:prstGeom prst="rect">
            <a:avLst/>
          </a:prstGeom>
        </p:spPr>
        <p:txBody>
          <a:bodyPr anchorCtr="0" anchor="ctr" bIns="34275" lIns="34275" spcFirstLastPara="1" rIns="34275" wrap="square" tIns="34275">
            <a:spAutoFit/>
          </a:bodyPr>
          <a:lstStyle>
            <a:lvl1pPr lvl="0">
              <a:spcBef>
                <a:spcPts val="0"/>
              </a:spcBef>
              <a:spcAft>
                <a:spcPts val="0"/>
              </a:spcAft>
              <a:buSzPts val="2400"/>
              <a:buNone/>
              <a:defRPr sz="2400"/>
            </a:lvl1pPr>
            <a:lvl2pPr lvl="1">
              <a:spcBef>
                <a:spcPts val="0"/>
              </a:spcBef>
              <a:spcAft>
                <a:spcPts val="0"/>
              </a:spcAft>
              <a:buSzPts val="500"/>
              <a:buNone/>
              <a:defRPr>
                <a:latin typeface="Poppins"/>
                <a:ea typeface="Poppins"/>
                <a:cs typeface="Poppins"/>
                <a:sym typeface="Poppins"/>
              </a:defRPr>
            </a:lvl2pPr>
            <a:lvl3pPr lvl="2">
              <a:spcBef>
                <a:spcPts val="0"/>
              </a:spcBef>
              <a:spcAft>
                <a:spcPts val="0"/>
              </a:spcAft>
              <a:buSzPts val="500"/>
              <a:buNone/>
              <a:defRPr>
                <a:latin typeface="Poppins"/>
                <a:ea typeface="Poppins"/>
                <a:cs typeface="Poppins"/>
                <a:sym typeface="Poppins"/>
              </a:defRPr>
            </a:lvl3pPr>
            <a:lvl4pPr lvl="3">
              <a:spcBef>
                <a:spcPts val="0"/>
              </a:spcBef>
              <a:spcAft>
                <a:spcPts val="0"/>
              </a:spcAft>
              <a:buSzPts val="500"/>
              <a:buNone/>
              <a:defRPr>
                <a:latin typeface="Poppins"/>
                <a:ea typeface="Poppins"/>
                <a:cs typeface="Poppins"/>
                <a:sym typeface="Poppins"/>
              </a:defRPr>
            </a:lvl4pPr>
            <a:lvl5pPr lvl="4">
              <a:spcBef>
                <a:spcPts val="0"/>
              </a:spcBef>
              <a:spcAft>
                <a:spcPts val="0"/>
              </a:spcAft>
              <a:buSzPts val="500"/>
              <a:buNone/>
              <a:defRPr>
                <a:latin typeface="Poppins"/>
                <a:ea typeface="Poppins"/>
                <a:cs typeface="Poppins"/>
                <a:sym typeface="Poppins"/>
              </a:defRPr>
            </a:lvl5pPr>
            <a:lvl6pPr lvl="5">
              <a:spcBef>
                <a:spcPts val="0"/>
              </a:spcBef>
              <a:spcAft>
                <a:spcPts val="0"/>
              </a:spcAft>
              <a:buSzPts val="500"/>
              <a:buNone/>
              <a:defRPr>
                <a:latin typeface="Poppins"/>
                <a:ea typeface="Poppins"/>
                <a:cs typeface="Poppins"/>
                <a:sym typeface="Poppins"/>
              </a:defRPr>
            </a:lvl6pPr>
            <a:lvl7pPr lvl="6">
              <a:spcBef>
                <a:spcPts val="0"/>
              </a:spcBef>
              <a:spcAft>
                <a:spcPts val="0"/>
              </a:spcAft>
              <a:buSzPts val="500"/>
              <a:buNone/>
              <a:defRPr>
                <a:latin typeface="Poppins"/>
                <a:ea typeface="Poppins"/>
                <a:cs typeface="Poppins"/>
                <a:sym typeface="Poppins"/>
              </a:defRPr>
            </a:lvl7pPr>
            <a:lvl8pPr lvl="7">
              <a:spcBef>
                <a:spcPts val="0"/>
              </a:spcBef>
              <a:spcAft>
                <a:spcPts val="0"/>
              </a:spcAft>
              <a:buSzPts val="500"/>
              <a:buNone/>
              <a:defRPr>
                <a:latin typeface="Poppins"/>
                <a:ea typeface="Poppins"/>
                <a:cs typeface="Poppins"/>
                <a:sym typeface="Poppins"/>
              </a:defRPr>
            </a:lvl8pPr>
            <a:lvl9pPr lvl="8">
              <a:spcBef>
                <a:spcPts val="0"/>
              </a:spcBef>
              <a:spcAft>
                <a:spcPts val="0"/>
              </a:spcAft>
              <a:buSzPts val="500"/>
              <a:buNone/>
              <a:defRPr>
                <a:latin typeface="Poppins"/>
                <a:ea typeface="Poppins"/>
                <a:cs typeface="Poppins"/>
                <a:sym typeface="Poppins"/>
              </a:defRPr>
            </a:lvl9pPr>
          </a:lstStyle>
          <a:p/>
        </p:txBody>
      </p:sp>
      <p:sp>
        <p:nvSpPr>
          <p:cNvPr id="168" name="Google Shape;168;p20"/>
          <p:cNvSpPr txBox="1"/>
          <p:nvPr>
            <p:ph idx="3" type="subTitle"/>
          </p:nvPr>
        </p:nvSpPr>
        <p:spPr>
          <a:xfrm>
            <a:off x="6186450" y="2108650"/>
            <a:ext cx="2469000" cy="395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Font typeface="Quicksand SemiBold"/>
              <a:buNone/>
              <a:defRPr sz="1200">
                <a:latin typeface="Quicksand SemiBold"/>
                <a:ea typeface="Quicksand SemiBold"/>
                <a:cs typeface="Quicksand SemiBold"/>
                <a:sym typeface="Quicksand SemiBold"/>
              </a:defRPr>
            </a:lvl2pPr>
            <a:lvl3pPr lvl="2">
              <a:spcBef>
                <a:spcPts val="0"/>
              </a:spcBef>
              <a:spcAft>
                <a:spcPts val="0"/>
              </a:spcAft>
              <a:buSzPts val="1200"/>
              <a:buFont typeface="Quicksand SemiBold"/>
              <a:buNone/>
              <a:defRPr sz="1200">
                <a:latin typeface="Quicksand SemiBold"/>
                <a:ea typeface="Quicksand SemiBold"/>
                <a:cs typeface="Quicksand SemiBold"/>
                <a:sym typeface="Quicksand SemiBold"/>
              </a:defRPr>
            </a:lvl3pPr>
            <a:lvl4pPr lvl="3">
              <a:spcBef>
                <a:spcPts val="0"/>
              </a:spcBef>
              <a:spcAft>
                <a:spcPts val="0"/>
              </a:spcAft>
              <a:buSzPts val="1200"/>
              <a:buFont typeface="Quicksand SemiBold"/>
              <a:buNone/>
              <a:defRPr sz="1200">
                <a:latin typeface="Quicksand SemiBold"/>
                <a:ea typeface="Quicksand SemiBold"/>
                <a:cs typeface="Quicksand SemiBold"/>
                <a:sym typeface="Quicksand SemiBold"/>
              </a:defRPr>
            </a:lvl4pPr>
            <a:lvl5pPr lvl="4">
              <a:spcBef>
                <a:spcPts val="0"/>
              </a:spcBef>
              <a:spcAft>
                <a:spcPts val="0"/>
              </a:spcAft>
              <a:buSzPts val="1200"/>
              <a:buFont typeface="Quicksand SemiBold"/>
              <a:buNone/>
              <a:defRPr sz="1200">
                <a:latin typeface="Quicksand SemiBold"/>
                <a:ea typeface="Quicksand SemiBold"/>
                <a:cs typeface="Quicksand SemiBold"/>
                <a:sym typeface="Quicksand SemiBold"/>
              </a:defRPr>
            </a:lvl5pPr>
            <a:lvl6pPr lvl="5">
              <a:spcBef>
                <a:spcPts val="0"/>
              </a:spcBef>
              <a:spcAft>
                <a:spcPts val="0"/>
              </a:spcAft>
              <a:buSzPts val="1200"/>
              <a:buFont typeface="Quicksand SemiBold"/>
              <a:buNone/>
              <a:defRPr sz="1200">
                <a:latin typeface="Quicksand SemiBold"/>
                <a:ea typeface="Quicksand SemiBold"/>
                <a:cs typeface="Quicksand SemiBold"/>
                <a:sym typeface="Quicksand SemiBold"/>
              </a:defRPr>
            </a:lvl6pPr>
            <a:lvl7pPr lvl="6">
              <a:spcBef>
                <a:spcPts val="0"/>
              </a:spcBef>
              <a:spcAft>
                <a:spcPts val="0"/>
              </a:spcAft>
              <a:buSzPts val="1200"/>
              <a:buFont typeface="Quicksand SemiBold"/>
              <a:buNone/>
              <a:defRPr sz="1200">
                <a:latin typeface="Quicksand SemiBold"/>
                <a:ea typeface="Quicksand SemiBold"/>
                <a:cs typeface="Quicksand SemiBold"/>
                <a:sym typeface="Quicksand SemiBold"/>
              </a:defRPr>
            </a:lvl7pPr>
            <a:lvl8pPr lvl="7">
              <a:spcBef>
                <a:spcPts val="0"/>
              </a:spcBef>
              <a:spcAft>
                <a:spcPts val="0"/>
              </a:spcAft>
              <a:buSzPts val="1200"/>
              <a:buFont typeface="Quicksand SemiBold"/>
              <a:buNone/>
              <a:defRPr sz="1200">
                <a:latin typeface="Quicksand SemiBold"/>
                <a:ea typeface="Quicksand SemiBold"/>
                <a:cs typeface="Quicksand SemiBold"/>
                <a:sym typeface="Quicksand SemiBold"/>
              </a:defRPr>
            </a:lvl8pPr>
            <a:lvl9pPr lvl="8">
              <a:spcBef>
                <a:spcPts val="0"/>
              </a:spcBef>
              <a:spcAft>
                <a:spcPts val="0"/>
              </a:spcAft>
              <a:buSzPts val="1200"/>
              <a:buFont typeface="Quicksand SemiBold"/>
              <a:buNone/>
              <a:defRPr sz="1200">
                <a:latin typeface="Quicksand SemiBold"/>
                <a:ea typeface="Quicksand SemiBold"/>
                <a:cs typeface="Quicksand SemiBold"/>
                <a:sym typeface="Quicksand SemiBold"/>
              </a:defRPr>
            </a:lvl9pPr>
          </a:lstStyle>
          <a:p/>
        </p:txBody>
      </p:sp>
      <p:pic>
        <p:nvPicPr>
          <p:cNvPr descr=" " id="169" name="Google Shape;169;p20"/>
          <p:cNvPicPr preferRelativeResize="0"/>
          <p:nvPr/>
        </p:nvPicPr>
        <p:blipFill rotWithShape="1">
          <a:blip r:embed="rId2">
            <a:alphaModFix/>
          </a:blip>
          <a:srcRect b="0" l="0" r="0" t="0"/>
          <a:stretch/>
        </p:blipFill>
        <p:spPr>
          <a:xfrm>
            <a:off x="2132554" y="4575543"/>
            <a:ext cx="227910" cy="232497"/>
          </a:xfrm>
          <a:prstGeom prst="rect">
            <a:avLst/>
          </a:prstGeom>
          <a:noFill/>
          <a:ln>
            <a:noFill/>
          </a:ln>
        </p:spPr>
      </p:pic>
      <p:sp>
        <p:nvSpPr>
          <p:cNvPr id="170" name="Google Shape;170;p20"/>
          <p:cNvSpPr/>
          <p:nvPr/>
        </p:nvSpPr>
        <p:spPr>
          <a:xfrm>
            <a:off x="2375477" y="3771025"/>
            <a:ext cx="133200" cy="133500"/>
          </a:xfrm>
          <a:prstGeom prst="ellipse">
            <a:avLst/>
          </a:prstGeom>
          <a:noFill/>
          <a:ln cap="flat" cmpd="sng" w="50800">
            <a:solidFill>
              <a:srgbClr val="FFFFFF"/>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descr=" " id="171" name="Google Shape;171;p20"/>
          <p:cNvPicPr preferRelativeResize="0"/>
          <p:nvPr/>
        </p:nvPicPr>
        <p:blipFill rotWithShape="1">
          <a:blip r:embed="rId3">
            <a:alphaModFix/>
          </a:blip>
          <a:srcRect b="0" l="0" r="0" t="0"/>
          <a:stretch/>
        </p:blipFill>
        <p:spPr>
          <a:xfrm>
            <a:off x="4729991" y="4415767"/>
            <a:ext cx="183322" cy="163263"/>
          </a:xfrm>
          <a:prstGeom prst="rect">
            <a:avLst/>
          </a:prstGeom>
          <a:noFill/>
          <a:ln>
            <a:noFill/>
          </a:ln>
        </p:spPr>
      </p:pic>
      <p:sp>
        <p:nvSpPr>
          <p:cNvPr id="172" name="Google Shape;172;p20"/>
          <p:cNvSpPr/>
          <p:nvPr/>
        </p:nvSpPr>
        <p:spPr>
          <a:xfrm>
            <a:off x="5790192" y="4566363"/>
            <a:ext cx="66600" cy="66600"/>
          </a:xfrm>
          <a:prstGeom prst="ellipse">
            <a:avLst/>
          </a:prstGeom>
          <a:noFill/>
          <a:ln cap="flat" cmpd="sng" w="50800">
            <a:solidFill>
              <a:srgbClr val="FF8B71"/>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descr=" " id="173" name="Google Shape;173;p20"/>
          <p:cNvPicPr preferRelativeResize="0"/>
          <p:nvPr/>
        </p:nvPicPr>
        <p:blipFill rotWithShape="1">
          <a:blip r:embed="rId4">
            <a:alphaModFix/>
          </a:blip>
          <a:srcRect b="0" l="0" r="0" t="0"/>
          <a:stretch/>
        </p:blipFill>
        <p:spPr>
          <a:xfrm>
            <a:off x="3628015" y="4485400"/>
            <a:ext cx="9525" cy="119048"/>
          </a:xfrm>
          <a:prstGeom prst="rect">
            <a:avLst/>
          </a:prstGeom>
          <a:noFill/>
          <a:ln>
            <a:noFill/>
          </a:ln>
        </p:spPr>
      </p:pic>
      <p:pic>
        <p:nvPicPr>
          <p:cNvPr descr=" " id="174" name="Google Shape;174;p20"/>
          <p:cNvPicPr preferRelativeResize="0"/>
          <p:nvPr/>
        </p:nvPicPr>
        <p:blipFill rotWithShape="1">
          <a:blip r:embed="rId5">
            <a:alphaModFix/>
          </a:blip>
          <a:srcRect b="0" l="0" r="0" t="0"/>
          <a:stretch/>
        </p:blipFill>
        <p:spPr>
          <a:xfrm>
            <a:off x="3561340" y="4541359"/>
            <a:ext cx="126206" cy="9525"/>
          </a:xfrm>
          <a:prstGeom prst="rect">
            <a:avLst/>
          </a:prstGeom>
          <a:noFill/>
          <a:ln>
            <a:noFill/>
          </a:ln>
        </p:spPr>
      </p:pic>
      <p:pic>
        <p:nvPicPr>
          <p:cNvPr descr=" " id="175" name="Google Shape;175;p20"/>
          <p:cNvPicPr preferRelativeResize="0"/>
          <p:nvPr/>
        </p:nvPicPr>
        <p:blipFill rotWithShape="1">
          <a:blip r:embed="rId6">
            <a:alphaModFix/>
          </a:blip>
          <a:srcRect b="0" l="0" r="0" t="0"/>
          <a:stretch/>
        </p:blipFill>
        <p:spPr>
          <a:xfrm>
            <a:off x="3590510" y="4502590"/>
            <a:ext cx="76200" cy="76191"/>
          </a:xfrm>
          <a:prstGeom prst="rect">
            <a:avLst/>
          </a:prstGeom>
          <a:noFill/>
          <a:ln>
            <a:noFill/>
          </a:ln>
        </p:spPr>
      </p:pic>
      <p:pic>
        <p:nvPicPr>
          <p:cNvPr descr=" " id="176" name="Google Shape;176;p20"/>
          <p:cNvPicPr preferRelativeResize="0"/>
          <p:nvPr/>
        </p:nvPicPr>
        <p:blipFill rotWithShape="1">
          <a:blip r:embed="rId7">
            <a:alphaModFix/>
          </a:blip>
          <a:srcRect b="0" l="0" r="0" t="0"/>
          <a:stretch/>
        </p:blipFill>
        <p:spPr>
          <a:xfrm>
            <a:off x="3575628" y="4513975"/>
            <a:ext cx="110575" cy="67857"/>
          </a:xfrm>
          <a:prstGeom prst="rect">
            <a:avLst/>
          </a:prstGeom>
          <a:noFill/>
          <a:ln>
            <a:noFill/>
          </a:ln>
        </p:spPr>
      </p:pic>
      <p:pic>
        <p:nvPicPr>
          <p:cNvPr descr=" " id="177" name="Google Shape;177;p20"/>
          <p:cNvPicPr preferRelativeResize="0"/>
          <p:nvPr/>
        </p:nvPicPr>
        <p:blipFill rotWithShape="1">
          <a:blip r:embed="rId8">
            <a:alphaModFix/>
          </a:blip>
          <a:srcRect b="0" l="0" r="0" t="0"/>
          <a:stretch/>
        </p:blipFill>
        <p:spPr>
          <a:xfrm>
            <a:off x="7166556" y="3723400"/>
            <a:ext cx="9525" cy="119048"/>
          </a:xfrm>
          <a:prstGeom prst="rect">
            <a:avLst/>
          </a:prstGeom>
          <a:noFill/>
          <a:ln>
            <a:noFill/>
          </a:ln>
        </p:spPr>
      </p:pic>
      <p:pic>
        <p:nvPicPr>
          <p:cNvPr descr=" " id="178" name="Google Shape;178;p20"/>
          <p:cNvPicPr preferRelativeResize="0"/>
          <p:nvPr/>
        </p:nvPicPr>
        <p:blipFill rotWithShape="1">
          <a:blip r:embed="rId9">
            <a:alphaModFix/>
          </a:blip>
          <a:srcRect b="0" l="0" r="0" t="0"/>
          <a:stretch/>
        </p:blipFill>
        <p:spPr>
          <a:xfrm>
            <a:off x="7099881" y="3779359"/>
            <a:ext cx="126206" cy="9525"/>
          </a:xfrm>
          <a:prstGeom prst="rect">
            <a:avLst/>
          </a:prstGeom>
          <a:noFill/>
          <a:ln>
            <a:noFill/>
          </a:ln>
        </p:spPr>
      </p:pic>
      <p:pic>
        <p:nvPicPr>
          <p:cNvPr descr=" " id="179" name="Google Shape;179;p20"/>
          <p:cNvPicPr preferRelativeResize="0"/>
          <p:nvPr/>
        </p:nvPicPr>
        <p:blipFill rotWithShape="1">
          <a:blip r:embed="rId10">
            <a:alphaModFix/>
          </a:blip>
          <a:srcRect b="0" l="0" r="0" t="0"/>
          <a:stretch/>
        </p:blipFill>
        <p:spPr>
          <a:xfrm>
            <a:off x="7129051" y="3740590"/>
            <a:ext cx="76200" cy="76191"/>
          </a:xfrm>
          <a:prstGeom prst="rect">
            <a:avLst/>
          </a:prstGeom>
          <a:noFill/>
          <a:ln>
            <a:noFill/>
          </a:ln>
        </p:spPr>
      </p:pic>
      <p:pic>
        <p:nvPicPr>
          <p:cNvPr descr=" " id="180" name="Google Shape;180;p20"/>
          <p:cNvPicPr preferRelativeResize="0"/>
          <p:nvPr/>
        </p:nvPicPr>
        <p:blipFill rotWithShape="1">
          <a:blip r:embed="rId11">
            <a:alphaModFix/>
          </a:blip>
          <a:srcRect b="0" l="0" r="0" t="0"/>
          <a:stretch/>
        </p:blipFill>
        <p:spPr>
          <a:xfrm>
            <a:off x="7114168" y="3751975"/>
            <a:ext cx="110575" cy="67857"/>
          </a:xfrm>
          <a:prstGeom prst="rect">
            <a:avLst/>
          </a:prstGeom>
          <a:noFill/>
          <a:ln>
            <a:noFill/>
          </a:ln>
        </p:spPr>
      </p:pic>
      <p:pic>
        <p:nvPicPr>
          <p:cNvPr id="181" name="Google Shape;181;p20"/>
          <p:cNvPicPr preferRelativeResize="0"/>
          <p:nvPr/>
        </p:nvPicPr>
        <p:blipFill>
          <a:blip r:embed="rId12">
            <a:alphaModFix/>
          </a:blip>
          <a:stretch>
            <a:fillRect/>
          </a:stretch>
        </p:blipFill>
        <p:spPr>
          <a:xfrm rot="-1679081">
            <a:off x="7763299" y="-1902612"/>
            <a:ext cx="3091850" cy="3060275"/>
          </a:xfrm>
          <a:prstGeom prst="rect">
            <a:avLst/>
          </a:prstGeom>
          <a:noFill/>
          <a:ln>
            <a:noFill/>
          </a:ln>
        </p:spPr>
      </p:pic>
      <p:pic>
        <p:nvPicPr>
          <p:cNvPr id="182" name="Google Shape;182;p20"/>
          <p:cNvPicPr preferRelativeResize="0"/>
          <p:nvPr/>
        </p:nvPicPr>
        <p:blipFill>
          <a:blip r:embed="rId13">
            <a:alphaModFix/>
          </a:blip>
          <a:stretch>
            <a:fillRect/>
          </a:stretch>
        </p:blipFill>
        <p:spPr>
          <a:xfrm>
            <a:off x="-1091425" y="3570450"/>
            <a:ext cx="2524951" cy="2504201"/>
          </a:xfrm>
          <a:prstGeom prst="rect">
            <a:avLst/>
          </a:prstGeom>
          <a:noFill/>
          <a:ln>
            <a:noFill/>
          </a:ln>
        </p:spPr>
      </p:pic>
      <p:grpSp>
        <p:nvGrpSpPr>
          <p:cNvPr id="183" name="Google Shape;183;p20"/>
          <p:cNvGrpSpPr/>
          <p:nvPr/>
        </p:nvGrpSpPr>
        <p:grpSpPr>
          <a:xfrm>
            <a:off x="1373880" y="1645513"/>
            <a:ext cx="487389" cy="442988"/>
            <a:chOff x="1328739" y="2128838"/>
            <a:chExt cx="487389" cy="442988"/>
          </a:xfrm>
        </p:grpSpPr>
        <p:pic>
          <p:nvPicPr>
            <p:cNvPr descr=" " id="184" name="Google Shape;184;p20"/>
            <p:cNvPicPr preferRelativeResize="0"/>
            <p:nvPr/>
          </p:nvPicPr>
          <p:blipFill rotWithShape="1">
            <a:blip r:embed="rId14">
              <a:alphaModFix/>
            </a:blip>
            <a:srcRect b="0" l="0" r="0" t="0"/>
            <a:stretch/>
          </p:blipFill>
          <p:spPr>
            <a:xfrm>
              <a:off x="1328739" y="2128838"/>
              <a:ext cx="487389" cy="428572"/>
            </a:xfrm>
            <a:prstGeom prst="rect">
              <a:avLst/>
            </a:prstGeom>
            <a:noFill/>
            <a:ln>
              <a:noFill/>
            </a:ln>
          </p:spPr>
        </p:pic>
        <p:sp>
          <p:nvSpPr>
            <p:cNvPr id="185" name="Google Shape;185;p20"/>
            <p:cNvSpPr/>
            <p:nvPr/>
          </p:nvSpPr>
          <p:spPr>
            <a:xfrm>
              <a:off x="1404939" y="2219325"/>
              <a:ext cx="328500" cy="352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FFFF"/>
                </a:buClr>
                <a:buSzPts val="1800"/>
                <a:buFont typeface="Balsamiq Sans"/>
                <a:buNone/>
              </a:pPr>
              <a:r>
                <a:rPr b="1" i="0" lang="en-GB" sz="1800" u="none" cap="none" strike="noStrike">
                  <a:solidFill>
                    <a:srgbClr val="FFFFFF"/>
                  </a:solidFill>
                  <a:latin typeface="Balsamiq Sans"/>
                  <a:ea typeface="Balsamiq Sans"/>
                  <a:cs typeface="Balsamiq Sans"/>
                  <a:sym typeface="Balsamiq Sans"/>
                </a:rPr>
                <a:t>01</a:t>
              </a:r>
              <a:endParaRPr b="0" i="0" sz="1800" u="none" cap="none" strike="noStrike">
                <a:solidFill>
                  <a:srgbClr val="000000"/>
                </a:solidFill>
                <a:latin typeface="Calibri"/>
                <a:ea typeface="Calibri"/>
                <a:cs typeface="Calibri"/>
                <a:sym typeface="Calibri"/>
              </a:endParaRPr>
            </a:p>
          </p:txBody>
        </p:sp>
      </p:grpSp>
      <p:grpSp>
        <p:nvGrpSpPr>
          <p:cNvPr id="186" name="Google Shape;186;p20"/>
          <p:cNvGrpSpPr/>
          <p:nvPr/>
        </p:nvGrpSpPr>
        <p:grpSpPr>
          <a:xfrm>
            <a:off x="4300004" y="1604788"/>
            <a:ext cx="438518" cy="442988"/>
            <a:chOff x="4343404" y="2128838"/>
            <a:chExt cx="438518" cy="442988"/>
          </a:xfrm>
        </p:grpSpPr>
        <p:pic>
          <p:nvPicPr>
            <p:cNvPr descr=" " id="187" name="Google Shape;187;p20"/>
            <p:cNvPicPr preferRelativeResize="0"/>
            <p:nvPr/>
          </p:nvPicPr>
          <p:blipFill rotWithShape="1">
            <a:blip r:embed="rId15">
              <a:alphaModFix/>
            </a:blip>
            <a:srcRect b="0" l="0" r="0" t="0"/>
            <a:stretch/>
          </p:blipFill>
          <p:spPr>
            <a:xfrm>
              <a:off x="4343404" y="2128838"/>
              <a:ext cx="438518" cy="428572"/>
            </a:xfrm>
            <a:prstGeom prst="rect">
              <a:avLst/>
            </a:prstGeom>
            <a:noFill/>
            <a:ln>
              <a:noFill/>
            </a:ln>
          </p:spPr>
        </p:pic>
        <p:sp>
          <p:nvSpPr>
            <p:cNvPr id="188" name="Google Shape;188;p20"/>
            <p:cNvSpPr/>
            <p:nvPr/>
          </p:nvSpPr>
          <p:spPr>
            <a:xfrm>
              <a:off x="4376742" y="2219325"/>
              <a:ext cx="366600" cy="352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FFFF"/>
                </a:buClr>
                <a:buSzPts val="1800"/>
                <a:buFont typeface="Balsamiq Sans"/>
                <a:buNone/>
              </a:pPr>
              <a:r>
                <a:rPr b="1" i="0" lang="en-GB" sz="1800" u="none" cap="none" strike="noStrike">
                  <a:solidFill>
                    <a:srgbClr val="FFFFFF"/>
                  </a:solidFill>
                  <a:latin typeface="Balsamiq Sans"/>
                  <a:ea typeface="Balsamiq Sans"/>
                  <a:cs typeface="Balsamiq Sans"/>
                  <a:sym typeface="Balsamiq Sans"/>
                </a:rPr>
                <a:t>02</a:t>
              </a:r>
              <a:endParaRPr b="0" i="0" sz="1800" u="none" cap="none" strike="noStrike">
                <a:solidFill>
                  <a:srgbClr val="000000"/>
                </a:solidFill>
                <a:latin typeface="Calibri"/>
                <a:ea typeface="Calibri"/>
                <a:cs typeface="Calibri"/>
                <a:sym typeface="Calibri"/>
              </a:endParaRPr>
            </a:p>
          </p:txBody>
        </p:sp>
      </p:grpSp>
      <p:grpSp>
        <p:nvGrpSpPr>
          <p:cNvPr id="189" name="Google Shape;189;p20"/>
          <p:cNvGrpSpPr/>
          <p:nvPr/>
        </p:nvGrpSpPr>
        <p:grpSpPr>
          <a:xfrm>
            <a:off x="7194750" y="1568113"/>
            <a:ext cx="452400" cy="516325"/>
            <a:chOff x="1319214" y="3319463"/>
            <a:chExt cx="452400" cy="516325"/>
          </a:xfrm>
        </p:grpSpPr>
        <p:pic>
          <p:nvPicPr>
            <p:cNvPr descr=" " id="190" name="Google Shape;190;p20"/>
            <p:cNvPicPr preferRelativeResize="0"/>
            <p:nvPr/>
          </p:nvPicPr>
          <p:blipFill rotWithShape="1">
            <a:blip r:embed="rId16">
              <a:alphaModFix/>
            </a:blip>
            <a:srcRect b="0" l="0" r="0" t="0"/>
            <a:stretch/>
          </p:blipFill>
          <p:spPr>
            <a:xfrm>
              <a:off x="1325814" y="3319463"/>
              <a:ext cx="439200" cy="442800"/>
            </a:xfrm>
            <a:prstGeom prst="rect">
              <a:avLst/>
            </a:prstGeom>
            <a:noFill/>
            <a:ln>
              <a:noFill/>
            </a:ln>
          </p:spPr>
        </p:pic>
        <p:sp>
          <p:nvSpPr>
            <p:cNvPr id="191" name="Google Shape;191;p20"/>
            <p:cNvSpPr/>
            <p:nvPr/>
          </p:nvSpPr>
          <p:spPr>
            <a:xfrm>
              <a:off x="1319214" y="3397488"/>
              <a:ext cx="452400" cy="4383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FFFF"/>
                </a:buClr>
                <a:buSzPts val="2200"/>
                <a:buFont typeface="Balsamiq Sans"/>
                <a:buNone/>
              </a:pPr>
              <a:r>
                <a:rPr b="1" i="0" lang="en-GB" sz="1800" u="none" cap="none" strike="noStrike">
                  <a:solidFill>
                    <a:srgbClr val="FFFFFF"/>
                  </a:solidFill>
                  <a:latin typeface="Balsamiq Sans"/>
                  <a:ea typeface="Balsamiq Sans"/>
                  <a:cs typeface="Balsamiq Sans"/>
                  <a:sym typeface="Balsamiq Sans"/>
                </a:rPr>
                <a:t>03</a:t>
              </a:r>
              <a:endParaRPr b="0" i="0" sz="1800" u="none" cap="none" strike="noStrike">
                <a:solidFill>
                  <a:srgbClr val="000000"/>
                </a:solidFill>
                <a:latin typeface="Calibri"/>
                <a:ea typeface="Calibri"/>
                <a:cs typeface="Calibri"/>
                <a:sym typeface="Calibri"/>
              </a:endParaRPr>
            </a:p>
          </p:txBody>
        </p:sp>
      </p:grpSp>
    </p:spTree>
  </p:cSld>
  <p:clrMapOvr>
    <a:masterClrMapping/>
  </p:clrMapOvr>
  <p:extLst>
    <p:ext uri="{DCECCB84-F9BA-43D5-87BE-67443E8EF086}">
      <p15:sldGuideLst>
        <p15:guide id="1" orient="horz" pos="1620">
          <p15:clr>
            <a:srgbClr val="E46962"/>
          </p15:clr>
        </p15:guide>
        <p15:guide id="2" pos="2880">
          <p15:clr>
            <a:srgbClr val="E46962"/>
          </p15:clr>
        </p15:guide>
        <p15:guide id="3" orient="horz" pos="628">
          <p15:clr>
            <a:srgbClr val="E46962"/>
          </p15:clr>
        </p15:guide>
        <p15:guide id="4" pos="5328">
          <p15:clr>
            <a:srgbClr val="E46962"/>
          </p15:clr>
        </p15:guide>
        <p15:guide id="5" pos="288">
          <p15:clr>
            <a:srgbClr val="E46962"/>
          </p15:clr>
        </p15:guide>
        <p15:guide id="6" pos="1758">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_Title_Body_1_no_image">
  <p:cSld name="TITLE_1_1_1_2">
    <p:bg>
      <p:bgPr>
        <a:solidFill>
          <a:schemeClr val="lt2"/>
        </a:solidFill>
      </p:bgPr>
    </p:bg>
    <p:spTree>
      <p:nvGrpSpPr>
        <p:cNvPr id="192" name="Shape 192"/>
        <p:cNvGrpSpPr/>
        <p:nvPr/>
      </p:nvGrpSpPr>
      <p:grpSpPr>
        <a:xfrm>
          <a:off x="0" y="0"/>
          <a:ext cx="0" cy="0"/>
          <a:chOff x="0" y="0"/>
          <a:chExt cx="0" cy="0"/>
        </a:xfrm>
      </p:grpSpPr>
      <p:sp>
        <p:nvSpPr>
          <p:cNvPr id="193" name="Google Shape;19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GB"/>
              <a:t>‹#›</a:t>
            </a:fld>
            <a:endParaRPr/>
          </a:p>
        </p:txBody>
      </p:sp>
      <p:sp>
        <p:nvSpPr>
          <p:cNvPr id="194" name="Google Shape;194;p21"/>
          <p:cNvSpPr txBox="1"/>
          <p:nvPr>
            <p:ph idx="1" type="subTitle"/>
          </p:nvPr>
        </p:nvSpPr>
        <p:spPr>
          <a:xfrm>
            <a:off x="383075" y="1631475"/>
            <a:ext cx="7753500" cy="4074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95" name="Google Shape;195;p21"/>
          <p:cNvSpPr txBox="1"/>
          <p:nvPr>
            <p:ph type="title"/>
          </p:nvPr>
        </p:nvSpPr>
        <p:spPr>
          <a:xfrm>
            <a:off x="383075" y="900950"/>
            <a:ext cx="7753500" cy="636000"/>
          </a:xfrm>
          <a:prstGeom prst="rect">
            <a:avLst/>
          </a:prstGeom>
        </p:spPr>
        <p:txBody>
          <a:bodyPr anchorCtr="0" anchor="ctr" bIns="34275" lIns="34275" spcFirstLastPara="1" rIns="34275" wrap="square" tIns="34275">
            <a:spAutoFit/>
          </a:bodyPr>
          <a:lstStyle>
            <a:lvl1pPr lvl="0">
              <a:spcBef>
                <a:spcPts val="0"/>
              </a:spcBef>
              <a:spcAft>
                <a:spcPts val="0"/>
              </a:spcAft>
              <a:buSzPts val="2400"/>
              <a:buNone/>
              <a:defRPr sz="2400"/>
            </a:lvl1pPr>
            <a:lvl2pPr lvl="1">
              <a:spcBef>
                <a:spcPts val="0"/>
              </a:spcBef>
              <a:spcAft>
                <a:spcPts val="0"/>
              </a:spcAft>
              <a:buSzPts val="500"/>
              <a:buNone/>
              <a:defRPr>
                <a:latin typeface="Poppins"/>
                <a:ea typeface="Poppins"/>
                <a:cs typeface="Poppins"/>
                <a:sym typeface="Poppins"/>
              </a:defRPr>
            </a:lvl2pPr>
            <a:lvl3pPr lvl="2">
              <a:spcBef>
                <a:spcPts val="0"/>
              </a:spcBef>
              <a:spcAft>
                <a:spcPts val="0"/>
              </a:spcAft>
              <a:buSzPts val="500"/>
              <a:buNone/>
              <a:defRPr>
                <a:latin typeface="Poppins"/>
                <a:ea typeface="Poppins"/>
                <a:cs typeface="Poppins"/>
                <a:sym typeface="Poppins"/>
              </a:defRPr>
            </a:lvl3pPr>
            <a:lvl4pPr lvl="3">
              <a:spcBef>
                <a:spcPts val="0"/>
              </a:spcBef>
              <a:spcAft>
                <a:spcPts val="0"/>
              </a:spcAft>
              <a:buSzPts val="500"/>
              <a:buNone/>
              <a:defRPr>
                <a:latin typeface="Poppins"/>
                <a:ea typeface="Poppins"/>
                <a:cs typeface="Poppins"/>
                <a:sym typeface="Poppins"/>
              </a:defRPr>
            </a:lvl4pPr>
            <a:lvl5pPr lvl="4">
              <a:spcBef>
                <a:spcPts val="0"/>
              </a:spcBef>
              <a:spcAft>
                <a:spcPts val="0"/>
              </a:spcAft>
              <a:buSzPts val="500"/>
              <a:buNone/>
              <a:defRPr>
                <a:latin typeface="Poppins"/>
                <a:ea typeface="Poppins"/>
                <a:cs typeface="Poppins"/>
                <a:sym typeface="Poppins"/>
              </a:defRPr>
            </a:lvl5pPr>
            <a:lvl6pPr lvl="5">
              <a:spcBef>
                <a:spcPts val="0"/>
              </a:spcBef>
              <a:spcAft>
                <a:spcPts val="0"/>
              </a:spcAft>
              <a:buSzPts val="500"/>
              <a:buNone/>
              <a:defRPr>
                <a:latin typeface="Poppins"/>
                <a:ea typeface="Poppins"/>
                <a:cs typeface="Poppins"/>
                <a:sym typeface="Poppins"/>
              </a:defRPr>
            </a:lvl6pPr>
            <a:lvl7pPr lvl="6">
              <a:spcBef>
                <a:spcPts val="0"/>
              </a:spcBef>
              <a:spcAft>
                <a:spcPts val="0"/>
              </a:spcAft>
              <a:buSzPts val="500"/>
              <a:buNone/>
              <a:defRPr>
                <a:latin typeface="Poppins"/>
                <a:ea typeface="Poppins"/>
                <a:cs typeface="Poppins"/>
                <a:sym typeface="Poppins"/>
              </a:defRPr>
            </a:lvl7pPr>
            <a:lvl8pPr lvl="7">
              <a:spcBef>
                <a:spcPts val="0"/>
              </a:spcBef>
              <a:spcAft>
                <a:spcPts val="0"/>
              </a:spcAft>
              <a:buSzPts val="500"/>
              <a:buNone/>
              <a:defRPr>
                <a:latin typeface="Poppins"/>
                <a:ea typeface="Poppins"/>
                <a:cs typeface="Poppins"/>
                <a:sym typeface="Poppins"/>
              </a:defRPr>
            </a:lvl8pPr>
            <a:lvl9pPr lvl="8">
              <a:spcBef>
                <a:spcPts val="0"/>
              </a:spcBef>
              <a:spcAft>
                <a:spcPts val="0"/>
              </a:spcAft>
              <a:buSzPts val="500"/>
              <a:buNone/>
              <a:defRPr>
                <a:latin typeface="Poppins"/>
                <a:ea typeface="Poppins"/>
                <a:cs typeface="Poppins"/>
                <a:sym typeface="Poppins"/>
              </a:defRPr>
            </a:lvl9pPr>
          </a:lstStyle>
          <a:p/>
        </p:txBody>
      </p:sp>
    </p:spTree>
  </p:cSld>
  <p:clrMapOvr>
    <a:masterClrMapping/>
  </p:clrMapOvr>
  <p:extLst>
    <p:ext uri="{DCECCB84-F9BA-43D5-87BE-67443E8EF086}">
      <p15:sldGuideLst>
        <p15:guide id="1" orient="horz" pos="1620">
          <p15:clr>
            <a:srgbClr val="E46962"/>
          </p15:clr>
        </p15:guide>
        <p15:guide id="2" pos="2880">
          <p15:clr>
            <a:srgbClr val="E46962"/>
          </p15:clr>
        </p15:guide>
        <p15:guide id="3" orient="horz" pos="628">
          <p15:clr>
            <a:srgbClr val="E46962"/>
          </p15:clr>
        </p15:guide>
        <p15:guide id="4" pos="5328">
          <p15:clr>
            <a:srgbClr val="E46962"/>
          </p15:clr>
        </p15:guide>
        <p15:guide id="5" pos="288">
          <p15:clr>
            <a:srgbClr val="E46962"/>
          </p15:clr>
        </p15:guide>
        <p15:guide id="6" pos="1758">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_Outro_1">
  <p:cSld name="TITLE_1_1_1_1">
    <p:spTree>
      <p:nvGrpSpPr>
        <p:cNvPr id="196" name="Shape 196"/>
        <p:cNvGrpSpPr/>
        <p:nvPr/>
      </p:nvGrpSpPr>
      <p:grpSpPr>
        <a:xfrm>
          <a:off x="0" y="0"/>
          <a:ext cx="0" cy="0"/>
          <a:chOff x="0" y="0"/>
          <a:chExt cx="0" cy="0"/>
        </a:xfrm>
      </p:grpSpPr>
      <p:sp>
        <p:nvSpPr>
          <p:cNvPr id="197" name="Google Shape;197;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GB"/>
              <a:t>‹#›</a:t>
            </a:fld>
            <a:endParaRPr/>
          </a:p>
        </p:txBody>
      </p:sp>
      <p:sp>
        <p:nvSpPr>
          <p:cNvPr id="198" name="Google Shape;198;p22"/>
          <p:cNvSpPr txBox="1"/>
          <p:nvPr>
            <p:ph type="title"/>
          </p:nvPr>
        </p:nvSpPr>
        <p:spPr>
          <a:xfrm>
            <a:off x="530400" y="2208300"/>
            <a:ext cx="8083200" cy="726900"/>
          </a:xfrm>
          <a:prstGeom prst="rect">
            <a:avLst/>
          </a:prstGeom>
        </p:spPr>
        <p:txBody>
          <a:bodyPr anchorCtr="0" anchor="ctr" bIns="34275" lIns="34275" spcFirstLastPara="1" rIns="34275" wrap="square" tIns="34275">
            <a:spAutoFit/>
          </a:bodyPr>
          <a:lstStyle>
            <a:lvl1pPr lvl="0" algn="ctr">
              <a:spcBef>
                <a:spcPts val="0"/>
              </a:spcBef>
              <a:spcAft>
                <a:spcPts val="0"/>
              </a:spcAft>
              <a:buSzPts val="4100"/>
              <a:buNone/>
              <a:defRPr/>
            </a:lvl1pPr>
            <a:lvl2pPr lvl="1" algn="ctr">
              <a:spcBef>
                <a:spcPts val="0"/>
              </a:spcBef>
              <a:spcAft>
                <a:spcPts val="0"/>
              </a:spcAft>
              <a:buSzPts val="500"/>
              <a:buNone/>
              <a:defRPr>
                <a:latin typeface="Poppins"/>
                <a:ea typeface="Poppins"/>
                <a:cs typeface="Poppins"/>
                <a:sym typeface="Poppins"/>
              </a:defRPr>
            </a:lvl2pPr>
            <a:lvl3pPr lvl="2" algn="ctr">
              <a:spcBef>
                <a:spcPts val="0"/>
              </a:spcBef>
              <a:spcAft>
                <a:spcPts val="0"/>
              </a:spcAft>
              <a:buSzPts val="500"/>
              <a:buNone/>
              <a:defRPr>
                <a:latin typeface="Poppins"/>
                <a:ea typeface="Poppins"/>
                <a:cs typeface="Poppins"/>
                <a:sym typeface="Poppins"/>
              </a:defRPr>
            </a:lvl3pPr>
            <a:lvl4pPr lvl="3" algn="ctr">
              <a:spcBef>
                <a:spcPts val="0"/>
              </a:spcBef>
              <a:spcAft>
                <a:spcPts val="0"/>
              </a:spcAft>
              <a:buSzPts val="500"/>
              <a:buNone/>
              <a:defRPr>
                <a:latin typeface="Poppins"/>
                <a:ea typeface="Poppins"/>
                <a:cs typeface="Poppins"/>
                <a:sym typeface="Poppins"/>
              </a:defRPr>
            </a:lvl4pPr>
            <a:lvl5pPr lvl="4" algn="ctr">
              <a:spcBef>
                <a:spcPts val="0"/>
              </a:spcBef>
              <a:spcAft>
                <a:spcPts val="0"/>
              </a:spcAft>
              <a:buSzPts val="500"/>
              <a:buNone/>
              <a:defRPr>
                <a:latin typeface="Poppins"/>
                <a:ea typeface="Poppins"/>
                <a:cs typeface="Poppins"/>
                <a:sym typeface="Poppins"/>
              </a:defRPr>
            </a:lvl5pPr>
            <a:lvl6pPr lvl="5" algn="ctr">
              <a:spcBef>
                <a:spcPts val="0"/>
              </a:spcBef>
              <a:spcAft>
                <a:spcPts val="0"/>
              </a:spcAft>
              <a:buSzPts val="500"/>
              <a:buNone/>
              <a:defRPr>
                <a:latin typeface="Poppins"/>
                <a:ea typeface="Poppins"/>
                <a:cs typeface="Poppins"/>
                <a:sym typeface="Poppins"/>
              </a:defRPr>
            </a:lvl6pPr>
            <a:lvl7pPr lvl="6" algn="ctr">
              <a:spcBef>
                <a:spcPts val="0"/>
              </a:spcBef>
              <a:spcAft>
                <a:spcPts val="0"/>
              </a:spcAft>
              <a:buSzPts val="500"/>
              <a:buNone/>
              <a:defRPr>
                <a:latin typeface="Poppins"/>
                <a:ea typeface="Poppins"/>
                <a:cs typeface="Poppins"/>
                <a:sym typeface="Poppins"/>
              </a:defRPr>
            </a:lvl7pPr>
            <a:lvl8pPr lvl="7" algn="ctr">
              <a:spcBef>
                <a:spcPts val="0"/>
              </a:spcBef>
              <a:spcAft>
                <a:spcPts val="0"/>
              </a:spcAft>
              <a:buSzPts val="500"/>
              <a:buNone/>
              <a:defRPr>
                <a:latin typeface="Poppins"/>
                <a:ea typeface="Poppins"/>
                <a:cs typeface="Poppins"/>
                <a:sym typeface="Poppins"/>
              </a:defRPr>
            </a:lvl8pPr>
            <a:lvl9pPr lvl="8" algn="ctr">
              <a:spcBef>
                <a:spcPts val="0"/>
              </a:spcBef>
              <a:spcAft>
                <a:spcPts val="0"/>
              </a:spcAft>
              <a:buSzPts val="500"/>
              <a:buNone/>
              <a:defRPr>
                <a:latin typeface="Poppins"/>
                <a:ea typeface="Poppins"/>
                <a:cs typeface="Poppins"/>
                <a:sym typeface="Poppins"/>
              </a:defRPr>
            </a:lvl9pPr>
          </a:lstStyle>
          <a:p/>
        </p:txBody>
      </p:sp>
      <p:pic>
        <p:nvPicPr>
          <p:cNvPr descr=" " id="199" name="Google Shape;199;p22"/>
          <p:cNvPicPr preferRelativeResize="0"/>
          <p:nvPr/>
        </p:nvPicPr>
        <p:blipFill rotWithShape="1">
          <a:blip r:embed="rId2">
            <a:alphaModFix/>
          </a:blip>
          <a:srcRect b="0" l="0" r="0" t="0"/>
          <a:stretch/>
        </p:blipFill>
        <p:spPr>
          <a:xfrm>
            <a:off x="1319179" y="1033118"/>
            <a:ext cx="227910" cy="232497"/>
          </a:xfrm>
          <a:prstGeom prst="rect">
            <a:avLst/>
          </a:prstGeom>
          <a:noFill/>
          <a:ln>
            <a:noFill/>
          </a:ln>
        </p:spPr>
      </p:pic>
      <p:sp>
        <p:nvSpPr>
          <p:cNvPr id="200" name="Google Shape;200;p22"/>
          <p:cNvSpPr/>
          <p:nvPr/>
        </p:nvSpPr>
        <p:spPr>
          <a:xfrm>
            <a:off x="1562102" y="228600"/>
            <a:ext cx="133200" cy="133500"/>
          </a:xfrm>
          <a:prstGeom prst="ellipse">
            <a:avLst/>
          </a:prstGeom>
          <a:noFill/>
          <a:ln cap="flat" cmpd="sng" w="50800">
            <a:solidFill>
              <a:srgbClr val="FFFFFF"/>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01" name="Google Shape;201;p22"/>
          <p:cNvSpPr/>
          <p:nvPr/>
        </p:nvSpPr>
        <p:spPr>
          <a:xfrm>
            <a:off x="8729671" y="228600"/>
            <a:ext cx="133200" cy="133500"/>
          </a:xfrm>
          <a:prstGeom prst="ellipse">
            <a:avLst/>
          </a:prstGeom>
          <a:noFill/>
          <a:ln cap="flat" cmpd="sng" w="50800">
            <a:solidFill>
              <a:srgbClr val="FFFFFF"/>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descr=" " id="202" name="Google Shape;202;p22"/>
          <p:cNvPicPr preferRelativeResize="0"/>
          <p:nvPr/>
        </p:nvPicPr>
        <p:blipFill rotWithShape="1">
          <a:blip r:embed="rId3">
            <a:alphaModFix/>
          </a:blip>
          <a:srcRect b="0" l="0" r="0" t="0"/>
          <a:stretch/>
        </p:blipFill>
        <p:spPr>
          <a:xfrm>
            <a:off x="7148512" y="1133466"/>
            <a:ext cx="151216" cy="300103"/>
          </a:xfrm>
          <a:prstGeom prst="rect">
            <a:avLst/>
          </a:prstGeom>
          <a:noFill/>
          <a:ln>
            <a:noFill/>
          </a:ln>
        </p:spPr>
      </p:pic>
      <p:pic>
        <p:nvPicPr>
          <p:cNvPr descr=" " id="203" name="Google Shape;203;p22"/>
          <p:cNvPicPr preferRelativeResize="0"/>
          <p:nvPr/>
        </p:nvPicPr>
        <p:blipFill rotWithShape="1">
          <a:blip r:embed="rId4">
            <a:alphaModFix/>
          </a:blip>
          <a:srcRect b="0" l="0" r="0" t="0"/>
          <a:stretch/>
        </p:blipFill>
        <p:spPr>
          <a:xfrm>
            <a:off x="3916616" y="873342"/>
            <a:ext cx="183322" cy="163263"/>
          </a:xfrm>
          <a:prstGeom prst="rect">
            <a:avLst/>
          </a:prstGeom>
          <a:noFill/>
          <a:ln>
            <a:noFill/>
          </a:ln>
        </p:spPr>
      </p:pic>
      <p:sp>
        <p:nvSpPr>
          <p:cNvPr id="204" name="Google Shape;204;p22"/>
          <p:cNvSpPr/>
          <p:nvPr/>
        </p:nvSpPr>
        <p:spPr>
          <a:xfrm>
            <a:off x="4976817" y="1023938"/>
            <a:ext cx="66600" cy="66600"/>
          </a:xfrm>
          <a:prstGeom prst="ellipse">
            <a:avLst/>
          </a:prstGeom>
          <a:noFill/>
          <a:ln cap="flat" cmpd="sng" w="50800">
            <a:solidFill>
              <a:srgbClr val="FF8B71"/>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descr=" " id="205" name="Google Shape;205;p22"/>
          <p:cNvPicPr preferRelativeResize="0"/>
          <p:nvPr/>
        </p:nvPicPr>
        <p:blipFill rotWithShape="1">
          <a:blip r:embed="rId5">
            <a:alphaModFix/>
          </a:blip>
          <a:srcRect b="0" l="0" r="0" t="0"/>
          <a:stretch/>
        </p:blipFill>
        <p:spPr>
          <a:xfrm>
            <a:off x="2814640" y="942975"/>
            <a:ext cx="9525" cy="119048"/>
          </a:xfrm>
          <a:prstGeom prst="rect">
            <a:avLst/>
          </a:prstGeom>
          <a:noFill/>
          <a:ln>
            <a:noFill/>
          </a:ln>
        </p:spPr>
      </p:pic>
      <p:pic>
        <p:nvPicPr>
          <p:cNvPr descr=" " id="206" name="Google Shape;206;p22"/>
          <p:cNvPicPr preferRelativeResize="0"/>
          <p:nvPr/>
        </p:nvPicPr>
        <p:blipFill rotWithShape="1">
          <a:blip r:embed="rId6">
            <a:alphaModFix/>
          </a:blip>
          <a:srcRect b="0" l="0" r="0" t="0"/>
          <a:stretch/>
        </p:blipFill>
        <p:spPr>
          <a:xfrm>
            <a:off x="2747965" y="998934"/>
            <a:ext cx="126206" cy="9525"/>
          </a:xfrm>
          <a:prstGeom prst="rect">
            <a:avLst/>
          </a:prstGeom>
          <a:noFill/>
          <a:ln>
            <a:noFill/>
          </a:ln>
        </p:spPr>
      </p:pic>
      <p:pic>
        <p:nvPicPr>
          <p:cNvPr descr=" " id="207" name="Google Shape;207;p22"/>
          <p:cNvPicPr preferRelativeResize="0"/>
          <p:nvPr/>
        </p:nvPicPr>
        <p:blipFill rotWithShape="1">
          <a:blip r:embed="rId7">
            <a:alphaModFix/>
          </a:blip>
          <a:srcRect b="0" l="0" r="0" t="0"/>
          <a:stretch/>
        </p:blipFill>
        <p:spPr>
          <a:xfrm>
            <a:off x="2777135" y="960165"/>
            <a:ext cx="76200" cy="76191"/>
          </a:xfrm>
          <a:prstGeom prst="rect">
            <a:avLst/>
          </a:prstGeom>
          <a:noFill/>
          <a:ln>
            <a:noFill/>
          </a:ln>
        </p:spPr>
      </p:pic>
      <p:pic>
        <p:nvPicPr>
          <p:cNvPr descr=" " id="208" name="Google Shape;208;p22"/>
          <p:cNvPicPr preferRelativeResize="0"/>
          <p:nvPr/>
        </p:nvPicPr>
        <p:blipFill rotWithShape="1">
          <a:blip r:embed="rId8">
            <a:alphaModFix/>
          </a:blip>
          <a:srcRect b="0" l="0" r="0" t="0"/>
          <a:stretch/>
        </p:blipFill>
        <p:spPr>
          <a:xfrm>
            <a:off x="2762253" y="971550"/>
            <a:ext cx="110575" cy="67857"/>
          </a:xfrm>
          <a:prstGeom prst="rect">
            <a:avLst/>
          </a:prstGeom>
          <a:noFill/>
          <a:ln>
            <a:noFill/>
          </a:ln>
        </p:spPr>
      </p:pic>
      <p:pic>
        <p:nvPicPr>
          <p:cNvPr descr=" " id="209" name="Google Shape;209;p22"/>
          <p:cNvPicPr preferRelativeResize="0"/>
          <p:nvPr/>
        </p:nvPicPr>
        <p:blipFill rotWithShape="1">
          <a:blip r:embed="rId9">
            <a:alphaModFix/>
          </a:blip>
          <a:srcRect b="0" l="0" r="0" t="0"/>
          <a:stretch/>
        </p:blipFill>
        <p:spPr>
          <a:xfrm>
            <a:off x="6353181" y="180975"/>
            <a:ext cx="9525" cy="119048"/>
          </a:xfrm>
          <a:prstGeom prst="rect">
            <a:avLst/>
          </a:prstGeom>
          <a:noFill/>
          <a:ln>
            <a:noFill/>
          </a:ln>
        </p:spPr>
      </p:pic>
      <p:pic>
        <p:nvPicPr>
          <p:cNvPr descr=" " id="210" name="Google Shape;210;p22"/>
          <p:cNvPicPr preferRelativeResize="0"/>
          <p:nvPr/>
        </p:nvPicPr>
        <p:blipFill rotWithShape="1">
          <a:blip r:embed="rId10">
            <a:alphaModFix/>
          </a:blip>
          <a:srcRect b="0" l="0" r="0" t="0"/>
          <a:stretch/>
        </p:blipFill>
        <p:spPr>
          <a:xfrm>
            <a:off x="6286506" y="236934"/>
            <a:ext cx="126206" cy="9525"/>
          </a:xfrm>
          <a:prstGeom prst="rect">
            <a:avLst/>
          </a:prstGeom>
          <a:noFill/>
          <a:ln>
            <a:noFill/>
          </a:ln>
        </p:spPr>
      </p:pic>
      <p:pic>
        <p:nvPicPr>
          <p:cNvPr descr=" " id="211" name="Google Shape;211;p22"/>
          <p:cNvPicPr preferRelativeResize="0"/>
          <p:nvPr/>
        </p:nvPicPr>
        <p:blipFill rotWithShape="1">
          <a:blip r:embed="rId11">
            <a:alphaModFix/>
          </a:blip>
          <a:srcRect b="0" l="0" r="0" t="0"/>
          <a:stretch/>
        </p:blipFill>
        <p:spPr>
          <a:xfrm>
            <a:off x="6315676" y="198165"/>
            <a:ext cx="76200" cy="76191"/>
          </a:xfrm>
          <a:prstGeom prst="rect">
            <a:avLst/>
          </a:prstGeom>
          <a:noFill/>
          <a:ln>
            <a:noFill/>
          </a:ln>
        </p:spPr>
      </p:pic>
      <p:pic>
        <p:nvPicPr>
          <p:cNvPr descr=" " id="212" name="Google Shape;212;p22"/>
          <p:cNvPicPr preferRelativeResize="0"/>
          <p:nvPr/>
        </p:nvPicPr>
        <p:blipFill rotWithShape="1">
          <a:blip r:embed="rId12">
            <a:alphaModFix/>
          </a:blip>
          <a:srcRect b="0" l="0" r="0" t="0"/>
          <a:stretch/>
        </p:blipFill>
        <p:spPr>
          <a:xfrm>
            <a:off x="6300793" y="209550"/>
            <a:ext cx="110575" cy="67857"/>
          </a:xfrm>
          <a:prstGeom prst="rect">
            <a:avLst/>
          </a:prstGeom>
          <a:noFill/>
          <a:ln>
            <a:noFill/>
          </a:ln>
        </p:spPr>
      </p:pic>
      <p:pic>
        <p:nvPicPr>
          <p:cNvPr descr=" " id="213" name="Google Shape;213;p22"/>
          <p:cNvPicPr preferRelativeResize="0"/>
          <p:nvPr/>
        </p:nvPicPr>
        <p:blipFill rotWithShape="1">
          <a:blip r:embed="rId13">
            <a:alphaModFix/>
          </a:blip>
          <a:srcRect b="0" l="0" r="0" t="0"/>
          <a:stretch/>
        </p:blipFill>
        <p:spPr>
          <a:xfrm>
            <a:off x="200025" y="4019550"/>
            <a:ext cx="938213" cy="1123811"/>
          </a:xfrm>
          <a:prstGeom prst="rect">
            <a:avLst/>
          </a:prstGeom>
          <a:noFill/>
          <a:ln>
            <a:noFill/>
          </a:ln>
        </p:spPr>
      </p:pic>
      <p:sp>
        <p:nvSpPr>
          <p:cNvPr id="214" name="Google Shape;214;p22"/>
          <p:cNvSpPr/>
          <p:nvPr/>
        </p:nvSpPr>
        <p:spPr>
          <a:xfrm>
            <a:off x="438150" y="3100388"/>
            <a:ext cx="133200" cy="133500"/>
          </a:xfrm>
          <a:prstGeom prst="ellipse">
            <a:avLst/>
          </a:prstGeom>
          <a:noFill/>
          <a:ln cap="flat" cmpd="sng" w="50800">
            <a:solidFill>
              <a:srgbClr val="FE6E09"/>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15" name="Google Shape;215;p22"/>
          <p:cNvSpPr/>
          <p:nvPr/>
        </p:nvSpPr>
        <p:spPr>
          <a:xfrm>
            <a:off x="452439" y="2071688"/>
            <a:ext cx="66600" cy="66600"/>
          </a:xfrm>
          <a:prstGeom prst="ellipse">
            <a:avLst/>
          </a:prstGeom>
          <a:noFill/>
          <a:ln cap="flat" cmpd="sng" w="50800">
            <a:solidFill>
              <a:srgbClr val="FF8B71"/>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216" name="Google Shape;216;p22"/>
          <p:cNvSpPr txBox="1"/>
          <p:nvPr>
            <p:ph idx="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GB"/>
              <a:t>‹#›</a:t>
            </a:fld>
            <a:endParaRPr/>
          </a:p>
        </p:txBody>
      </p:sp>
      <p:pic>
        <p:nvPicPr>
          <p:cNvPr descr=" " id="217" name="Google Shape;217;p22"/>
          <p:cNvPicPr preferRelativeResize="0"/>
          <p:nvPr/>
        </p:nvPicPr>
        <p:blipFill rotWithShape="1">
          <a:blip r:embed="rId14">
            <a:alphaModFix/>
          </a:blip>
          <a:srcRect b="0" l="0" r="0" t="0"/>
          <a:stretch/>
        </p:blipFill>
        <p:spPr>
          <a:xfrm>
            <a:off x="4508203" y="4354292"/>
            <a:ext cx="117804" cy="93883"/>
          </a:xfrm>
          <a:prstGeom prst="rect">
            <a:avLst/>
          </a:prstGeom>
          <a:noFill/>
          <a:ln>
            <a:noFill/>
          </a:ln>
        </p:spPr>
      </p:pic>
      <p:sp>
        <p:nvSpPr>
          <p:cNvPr id="218" name="Google Shape;218;p22"/>
          <p:cNvSpPr/>
          <p:nvPr/>
        </p:nvSpPr>
        <p:spPr>
          <a:xfrm>
            <a:off x="2847978" y="4824413"/>
            <a:ext cx="76200" cy="76200"/>
          </a:xfrm>
          <a:prstGeom prst="ellipse">
            <a:avLst/>
          </a:prstGeom>
          <a:noFill/>
          <a:ln cap="flat" cmpd="sng" w="50800">
            <a:solidFill>
              <a:srgbClr val="FDB201"/>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descr=" " id="219" name="Google Shape;219;p22"/>
          <p:cNvPicPr preferRelativeResize="0"/>
          <p:nvPr/>
        </p:nvPicPr>
        <p:blipFill rotWithShape="1">
          <a:blip r:embed="rId15">
            <a:alphaModFix/>
          </a:blip>
          <a:srcRect b="0" l="0" r="0" t="0"/>
          <a:stretch/>
        </p:blipFill>
        <p:spPr>
          <a:xfrm>
            <a:off x="6119818" y="4248150"/>
            <a:ext cx="9525" cy="119048"/>
          </a:xfrm>
          <a:prstGeom prst="rect">
            <a:avLst/>
          </a:prstGeom>
          <a:noFill/>
          <a:ln>
            <a:noFill/>
          </a:ln>
        </p:spPr>
      </p:pic>
      <p:pic>
        <p:nvPicPr>
          <p:cNvPr descr=" " id="220" name="Google Shape;220;p22"/>
          <p:cNvPicPr preferRelativeResize="0"/>
          <p:nvPr/>
        </p:nvPicPr>
        <p:blipFill rotWithShape="1">
          <a:blip r:embed="rId16">
            <a:alphaModFix/>
          </a:blip>
          <a:srcRect b="0" l="0" r="0" t="0"/>
          <a:stretch/>
        </p:blipFill>
        <p:spPr>
          <a:xfrm>
            <a:off x="6053143" y="4304109"/>
            <a:ext cx="126206" cy="9525"/>
          </a:xfrm>
          <a:prstGeom prst="rect">
            <a:avLst/>
          </a:prstGeom>
          <a:noFill/>
          <a:ln>
            <a:noFill/>
          </a:ln>
        </p:spPr>
      </p:pic>
      <p:pic>
        <p:nvPicPr>
          <p:cNvPr descr=" " id="221" name="Google Shape;221;p22"/>
          <p:cNvPicPr preferRelativeResize="0"/>
          <p:nvPr/>
        </p:nvPicPr>
        <p:blipFill rotWithShape="1">
          <a:blip r:embed="rId17">
            <a:alphaModFix/>
          </a:blip>
          <a:srcRect b="0" l="0" r="0" t="0"/>
          <a:stretch/>
        </p:blipFill>
        <p:spPr>
          <a:xfrm>
            <a:off x="6082314" y="4265340"/>
            <a:ext cx="76200" cy="76191"/>
          </a:xfrm>
          <a:prstGeom prst="rect">
            <a:avLst/>
          </a:prstGeom>
          <a:noFill/>
          <a:ln>
            <a:noFill/>
          </a:ln>
        </p:spPr>
      </p:pic>
      <p:pic>
        <p:nvPicPr>
          <p:cNvPr descr=" " id="222" name="Google Shape;222;p22"/>
          <p:cNvPicPr preferRelativeResize="0"/>
          <p:nvPr/>
        </p:nvPicPr>
        <p:blipFill rotWithShape="1">
          <a:blip r:embed="rId18">
            <a:alphaModFix/>
          </a:blip>
          <a:srcRect b="0" l="0" r="0" t="0"/>
          <a:stretch/>
        </p:blipFill>
        <p:spPr>
          <a:xfrm>
            <a:off x="6067431" y="4276725"/>
            <a:ext cx="110575" cy="67857"/>
          </a:xfrm>
          <a:prstGeom prst="rect">
            <a:avLst/>
          </a:prstGeom>
          <a:noFill/>
          <a:ln>
            <a:noFill/>
          </a:ln>
        </p:spPr>
      </p:pic>
      <p:sp>
        <p:nvSpPr>
          <p:cNvPr id="223" name="Google Shape;223;p22"/>
          <p:cNvSpPr txBox="1"/>
          <p:nvPr>
            <p:ph idx="3"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GB"/>
              <a:t>‹#›</a:t>
            </a:fld>
            <a:endParaRPr/>
          </a:p>
        </p:txBody>
      </p:sp>
      <p:pic>
        <p:nvPicPr>
          <p:cNvPr descr=" " id="224" name="Google Shape;224;p22"/>
          <p:cNvPicPr preferRelativeResize="0"/>
          <p:nvPr/>
        </p:nvPicPr>
        <p:blipFill rotWithShape="1">
          <a:blip r:embed="rId19">
            <a:alphaModFix/>
          </a:blip>
          <a:srcRect b="0" l="0" r="0" t="0"/>
          <a:stretch/>
        </p:blipFill>
        <p:spPr>
          <a:xfrm>
            <a:off x="8472449" y="3635278"/>
            <a:ext cx="247715" cy="202697"/>
          </a:xfrm>
          <a:prstGeom prst="rect">
            <a:avLst/>
          </a:prstGeom>
          <a:noFill/>
          <a:ln>
            <a:noFill/>
          </a:ln>
        </p:spPr>
      </p:pic>
      <p:pic>
        <p:nvPicPr>
          <p:cNvPr descr=" " id="225" name="Google Shape;225;p22"/>
          <p:cNvPicPr preferRelativeResize="0"/>
          <p:nvPr/>
        </p:nvPicPr>
        <p:blipFill rotWithShape="1">
          <a:blip r:embed="rId20">
            <a:alphaModFix/>
          </a:blip>
          <a:srcRect b="0" l="0" r="0" t="0"/>
          <a:stretch/>
        </p:blipFill>
        <p:spPr>
          <a:xfrm>
            <a:off x="4725542" y="3837968"/>
            <a:ext cx="1043003" cy="488477"/>
          </a:xfrm>
          <a:prstGeom prst="rect">
            <a:avLst/>
          </a:prstGeom>
          <a:noFill/>
          <a:ln>
            <a:noFill/>
          </a:ln>
        </p:spPr>
      </p:pic>
    </p:spTree>
  </p:cSld>
  <p:clrMapOvr>
    <a:masterClrMapping/>
  </p:clrMapOvr>
  <p:extLst>
    <p:ext uri="{DCECCB84-F9BA-43D5-87BE-67443E8EF086}">
      <p15:sldGuideLst>
        <p15:guide id="1" orient="horz" pos="1620">
          <p15:clr>
            <a:srgbClr val="E46962"/>
          </p15:clr>
        </p15:guide>
        <p15:guide id="2" pos="3240">
          <p15:clr>
            <a:srgbClr val="E46962"/>
          </p15:clr>
        </p15:guide>
        <p15:guide id="3" pos="405">
          <p15:clr>
            <a:srgbClr val="E46962"/>
          </p15:clr>
        </p15:guide>
        <p15:guide id="4" orient="horz" pos="628">
          <p15:clr>
            <a:srgbClr val="E46962"/>
          </p15:clr>
        </p15:guide>
        <p15:guide id="5" pos="5328">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1">
    <p:spTree>
      <p:nvGrpSpPr>
        <p:cNvPr id="226" name="Shape 226"/>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ints 3_1">
  <p:cSld name="Default Slide_1">
    <p:spTree>
      <p:nvGrpSpPr>
        <p:cNvPr id="227" name="Shape 227"/>
        <p:cNvGrpSpPr/>
        <p:nvPr/>
      </p:nvGrpSpPr>
      <p:grpSpPr>
        <a:xfrm>
          <a:off x="0" y="0"/>
          <a:ext cx="0" cy="0"/>
          <a:chOff x="0" y="0"/>
          <a:chExt cx="0" cy="0"/>
        </a:xfrm>
      </p:grpSpPr>
      <p:sp>
        <p:nvSpPr>
          <p:cNvPr id="228" name="Google Shape;228;p24"/>
          <p:cNvSpPr txBox="1"/>
          <p:nvPr>
            <p:ph idx="1" type="subTitle"/>
          </p:nvPr>
        </p:nvSpPr>
        <p:spPr>
          <a:xfrm>
            <a:off x="6595075" y="2305850"/>
            <a:ext cx="2096100" cy="1360500"/>
          </a:xfrm>
          <a:prstGeom prst="rect">
            <a:avLst/>
          </a:prstGeom>
        </p:spPr>
        <p:txBody>
          <a:bodyPr anchorCtr="0" anchor="t" bIns="91425" lIns="91425" spcFirstLastPara="1" rIns="91425" wrap="square" tIns="91425">
            <a:normAutofit/>
          </a:bodyPr>
          <a:lstStyle>
            <a:lvl1pPr lvl="0">
              <a:spcBef>
                <a:spcPts val="0"/>
              </a:spcBef>
              <a:spcAft>
                <a:spcPts val="0"/>
              </a:spcAft>
              <a:buSzPts val="1300"/>
              <a:buFont typeface="Open Sans Medium"/>
              <a:buNone/>
              <a:defRPr sz="1300">
                <a:latin typeface="Open Sans Medium"/>
                <a:ea typeface="Open Sans Medium"/>
                <a:cs typeface="Open Sans Medium"/>
                <a:sym typeface="Open Sans Medium"/>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229" name="Google Shape;229;p24"/>
          <p:cNvSpPr txBox="1"/>
          <p:nvPr>
            <p:ph type="title"/>
          </p:nvPr>
        </p:nvSpPr>
        <p:spPr>
          <a:xfrm>
            <a:off x="1730850" y="401725"/>
            <a:ext cx="5682300" cy="423600"/>
          </a:xfrm>
          <a:prstGeom prst="rect">
            <a:avLst/>
          </a:prstGeom>
        </p:spPr>
        <p:txBody>
          <a:bodyPr anchorCtr="0" anchor="ctr" bIns="34275" lIns="34275" spcFirstLastPara="1" rIns="34275" wrap="square" tIns="34275">
            <a:noAutofit/>
          </a:bodyPr>
          <a:lstStyle>
            <a:lvl1pPr lvl="0" algn="ctr">
              <a:spcBef>
                <a:spcPts val="0"/>
              </a:spcBef>
              <a:spcAft>
                <a:spcPts val="0"/>
              </a:spcAft>
              <a:buSzPts val="2400"/>
              <a:buNone/>
              <a:defRPr sz="2400"/>
            </a:lvl1pPr>
            <a:lvl2pPr lvl="1">
              <a:spcBef>
                <a:spcPts val="0"/>
              </a:spcBef>
              <a:spcAft>
                <a:spcPts val="0"/>
              </a:spcAft>
              <a:buSzPts val="500"/>
              <a:buNone/>
              <a:defRPr>
                <a:latin typeface="Lato Light"/>
                <a:ea typeface="Lato Light"/>
                <a:cs typeface="Lato Light"/>
                <a:sym typeface="Lato Light"/>
              </a:defRPr>
            </a:lvl2pPr>
            <a:lvl3pPr lvl="2">
              <a:spcBef>
                <a:spcPts val="0"/>
              </a:spcBef>
              <a:spcAft>
                <a:spcPts val="0"/>
              </a:spcAft>
              <a:buSzPts val="500"/>
              <a:buNone/>
              <a:defRPr>
                <a:latin typeface="Lato Light"/>
                <a:ea typeface="Lato Light"/>
                <a:cs typeface="Lato Light"/>
                <a:sym typeface="Lato Light"/>
              </a:defRPr>
            </a:lvl3pPr>
            <a:lvl4pPr lvl="3">
              <a:spcBef>
                <a:spcPts val="0"/>
              </a:spcBef>
              <a:spcAft>
                <a:spcPts val="0"/>
              </a:spcAft>
              <a:buSzPts val="500"/>
              <a:buNone/>
              <a:defRPr>
                <a:latin typeface="Lato Light"/>
                <a:ea typeface="Lato Light"/>
                <a:cs typeface="Lato Light"/>
                <a:sym typeface="Lato Light"/>
              </a:defRPr>
            </a:lvl4pPr>
            <a:lvl5pPr lvl="4">
              <a:spcBef>
                <a:spcPts val="0"/>
              </a:spcBef>
              <a:spcAft>
                <a:spcPts val="0"/>
              </a:spcAft>
              <a:buSzPts val="500"/>
              <a:buNone/>
              <a:defRPr>
                <a:latin typeface="Lato Light"/>
                <a:ea typeface="Lato Light"/>
                <a:cs typeface="Lato Light"/>
                <a:sym typeface="Lato Light"/>
              </a:defRPr>
            </a:lvl5pPr>
            <a:lvl6pPr lvl="5">
              <a:spcBef>
                <a:spcPts val="0"/>
              </a:spcBef>
              <a:spcAft>
                <a:spcPts val="0"/>
              </a:spcAft>
              <a:buSzPts val="500"/>
              <a:buNone/>
              <a:defRPr>
                <a:latin typeface="Lato Light"/>
                <a:ea typeface="Lato Light"/>
                <a:cs typeface="Lato Light"/>
                <a:sym typeface="Lato Light"/>
              </a:defRPr>
            </a:lvl6pPr>
            <a:lvl7pPr lvl="6">
              <a:spcBef>
                <a:spcPts val="0"/>
              </a:spcBef>
              <a:spcAft>
                <a:spcPts val="0"/>
              </a:spcAft>
              <a:buSzPts val="500"/>
              <a:buNone/>
              <a:defRPr>
                <a:latin typeface="Lato Light"/>
                <a:ea typeface="Lato Light"/>
                <a:cs typeface="Lato Light"/>
                <a:sym typeface="Lato Light"/>
              </a:defRPr>
            </a:lvl7pPr>
            <a:lvl8pPr lvl="7">
              <a:spcBef>
                <a:spcPts val="0"/>
              </a:spcBef>
              <a:spcAft>
                <a:spcPts val="0"/>
              </a:spcAft>
              <a:buSzPts val="500"/>
              <a:buNone/>
              <a:defRPr>
                <a:latin typeface="Lato Light"/>
                <a:ea typeface="Lato Light"/>
                <a:cs typeface="Lato Light"/>
                <a:sym typeface="Lato Light"/>
              </a:defRPr>
            </a:lvl8pPr>
            <a:lvl9pPr lvl="8">
              <a:spcBef>
                <a:spcPts val="0"/>
              </a:spcBef>
              <a:spcAft>
                <a:spcPts val="0"/>
              </a:spcAft>
              <a:buSzPts val="500"/>
              <a:buNone/>
              <a:defRPr>
                <a:latin typeface="Lato Light"/>
                <a:ea typeface="Lato Light"/>
                <a:cs typeface="Lato Light"/>
                <a:sym typeface="Lato Light"/>
              </a:defRPr>
            </a:lvl9pPr>
          </a:lstStyle>
          <a:p/>
        </p:txBody>
      </p:sp>
      <p:sp>
        <p:nvSpPr>
          <p:cNvPr id="230" name="Google Shape;230;p24"/>
          <p:cNvSpPr txBox="1"/>
          <p:nvPr>
            <p:ph idx="2" type="subTitle"/>
          </p:nvPr>
        </p:nvSpPr>
        <p:spPr>
          <a:xfrm>
            <a:off x="467425" y="1394975"/>
            <a:ext cx="2198400" cy="822600"/>
          </a:xfrm>
          <a:prstGeom prst="rect">
            <a:avLst/>
          </a:prstGeom>
        </p:spPr>
        <p:txBody>
          <a:bodyPr anchorCtr="0" anchor="t" bIns="91425" lIns="91425" spcFirstLastPara="1" rIns="91425" wrap="square" tIns="91425">
            <a:normAutofit/>
          </a:bodyPr>
          <a:lstStyle>
            <a:lvl1pPr lvl="0" algn="r">
              <a:spcBef>
                <a:spcPts val="0"/>
              </a:spcBef>
              <a:spcAft>
                <a:spcPts val="0"/>
              </a:spcAft>
              <a:buSzPts val="1300"/>
              <a:buFont typeface="Open Sans Medium"/>
              <a:buNone/>
              <a:defRPr sz="1300">
                <a:latin typeface="Open Sans Medium"/>
                <a:ea typeface="Open Sans Medium"/>
                <a:cs typeface="Open Sans Medium"/>
                <a:sym typeface="Open Sans Medium"/>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231" name="Google Shape;231;p24"/>
          <p:cNvSpPr txBox="1"/>
          <p:nvPr>
            <p:ph idx="3" type="subTitle"/>
          </p:nvPr>
        </p:nvSpPr>
        <p:spPr>
          <a:xfrm>
            <a:off x="456700" y="3405075"/>
            <a:ext cx="2361600" cy="885000"/>
          </a:xfrm>
          <a:prstGeom prst="rect">
            <a:avLst/>
          </a:prstGeom>
        </p:spPr>
        <p:txBody>
          <a:bodyPr anchorCtr="0" anchor="t" bIns="91425" lIns="91425" spcFirstLastPara="1" rIns="91425" wrap="square" tIns="91425">
            <a:normAutofit/>
          </a:bodyPr>
          <a:lstStyle>
            <a:lvl1pPr lvl="0" algn="r">
              <a:spcBef>
                <a:spcPts val="0"/>
              </a:spcBef>
              <a:spcAft>
                <a:spcPts val="0"/>
              </a:spcAft>
              <a:buSzPts val="1300"/>
              <a:buFont typeface="Open Sans Medium"/>
              <a:buNone/>
              <a:defRPr sz="1300">
                <a:latin typeface="Open Sans Medium"/>
                <a:ea typeface="Open Sans Medium"/>
                <a:cs typeface="Open Sans Medium"/>
                <a:sym typeface="Open Sans Medium"/>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232" name="Google Shape;232;p24"/>
          <p:cNvSpPr/>
          <p:nvPr/>
        </p:nvSpPr>
        <p:spPr>
          <a:xfrm>
            <a:off x="4097288" y="1312051"/>
            <a:ext cx="2066887" cy="2072038"/>
          </a:xfrm>
          <a:custGeom>
            <a:rect b="b" l="l" r="r" t="t"/>
            <a:pathLst>
              <a:path extrusionOk="0" h="1016" w="958">
                <a:moveTo>
                  <a:pt x="453" y="0"/>
                </a:moveTo>
                <a:cubicBezTo>
                  <a:pt x="367" y="0"/>
                  <a:pt x="286" y="22"/>
                  <a:pt x="215" y="59"/>
                </a:cubicBezTo>
                <a:cubicBezTo>
                  <a:pt x="247" y="76"/>
                  <a:pt x="276" y="96"/>
                  <a:pt x="304" y="119"/>
                </a:cubicBezTo>
                <a:cubicBezTo>
                  <a:pt x="416" y="212"/>
                  <a:pt x="497" y="358"/>
                  <a:pt x="486" y="514"/>
                </a:cubicBezTo>
                <a:cubicBezTo>
                  <a:pt x="480" y="602"/>
                  <a:pt x="481" y="677"/>
                  <a:pt x="410" y="778"/>
                </a:cubicBezTo>
                <a:cubicBezTo>
                  <a:pt x="154" y="1002"/>
                  <a:pt x="0" y="732"/>
                  <a:pt x="0" y="732"/>
                </a:cubicBezTo>
                <a:cubicBezTo>
                  <a:pt x="27" y="877"/>
                  <a:pt x="209" y="960"/>
                  <a:pt x="209" y="960"/>
                </a:cubicBezTo>
                <a:cubicBezTo>
                  <a:pt x="278" y="996"/>
                  <a:pt x="370" y="1016"/>
                  <a:pt x="454" y="1016"/>
                </a:cubicBezTo>
                <a:cubicBezTo>
                  <a:pt x="553" y="1016"/>
                  <a:pt x="644" y="982"/>
                  <a:pt x="722" y="933"/>
                </a:cubicBezTo>
                <a:cubicBezTo>
                  <a:pt x="864" y="843"/>
                  <a:pt x="958" y="685"/>
                  <a:pt x="958" y="505"/>
                </a:cubicBezTo>
                <a:cubicBezTo>
                  <a:pt x="958" y="226"/>
                  <a:pt x="732" y="0"/>
                  <a:pt x="453" y="0"/>
                </a:cubicBezTo>
                <a:close/>
              </a:path>
            </a:pathLst>
          </a:custGeom>
          <a:solidFill>
            <a:schemeClr val="accent5"/>
          </a:solidFill>
          <a:ln>
            <a:noFill/>
          </a:ln>
        </p:spPr>
        <p:txBody>
          <a:bodyPr anchorCtr="0" anchor="t" bIns="54775" lIns="109550" spcFirstLastPara="1" rIns="109550" wrap="square" tIns="54775">
            <a:noAutofit/>
          </a:bodyPr>
          <a:lstStyle/>
          <a:p>
            <a:pPr indent="0" lvl="0" marL="0" marR="0" rtl="0" algn="l">
              <a:spcBef>
                <a:spcPts val="0"/>
              </a:spcBef>
              <a:spcAft>
                <a:spcPts val="0"/>
              </a:spcAft>
              <a:buNone/>
            </a:pPr>
            <a:r>
              <a:t/>
            </a:r>
            <a:endParaRPr sz="2200">
              <a:solidFill>
                <a:schemeClr val="dk1"/>
              </a:solidFill>
              <a:latin typeface="Lato Light"/>
              <a:ea typeface="Lato Light"/>
              <a:cs typeface="Lato Light"/>
              <a:sym typeface="Lato Light"/>
            </a:endParaRPr>
          </a:p>
        </p:txBody>
      </p:sp>
      <p:sp>
        <p:nvSpPr>
          <p:cNvPr id="233" name="Google Shape;233;p24"/>
          <p:cNvSpPr/>
          <p:nvPr/>
        </p:nvSpPr>
        <p:spPr>
          <a:xfrm>
            <a:off x="2979825" y="1320666"/>
            <a:ext cx="2197264" cy="1922987"/>
          </a:xfrm>
          <a:custGeom>
            <a:rect b="b" l="l" r="r" t="t"/>
            <a:pathLst>
              <a:path extrusionOk="0" h="943" w="1018">
                <a:moveTo>
                  <a:pt x="692" y="395"/>
                </a:moveTo>
                <a:cubicBezTo>
                  <a:pt x="692" y="395"/>
                  <a:pt x="694" y="397"/>
                  <a:pt x="694" y="397"/>
                </a:cubicBezTo>
                <a:cubicBezTo>
                  <a:pt x="694" y="397"/>
                  <a:pt x="694" y="397"/>
                  <a:pt x="694" y="397"/>
                </a:cubicBezTo>
                <a:cubicBezTo>
                  <a:pt x="708" y="394"/>
                  <a:pt x="723" y="393"/>
                  <a:pt x="739" y="393"/>
                </a:cubicBezTo>
                <a:cubicBezTo>
                  <a:pt x="868" y="393"/>
                  <a:pt x="972" y="498"/>
                  <a:pt x="972" y="627"/>
                </a:cubicBezTo>
                <a:cubicBezTo>
                  <a:pt x="972" y="706"/>
                  <a:pt x="933" y="776"/>
                  <a:pt x="872" y="818"/>
                </a:cubicBezTo>
                <a:cubicBezTo>
                  <a:pt x="872" y="818"/>
                  <a:pt x="872" y="818"/>
                  <a:pt x="872" y="818"/>
                </a:cubicBezTo>
                <a:cubicBezTo>
                  <a:pt x="891" y="806"/>
                  <a:pt x="911" y="792"/>
                  <a:pt x="931" y="774"/>
                </a:cubicBezTo>
                <a:cubicBezTo>
                  <a:pt x="1002" y="673"/>
                  <a:pt x="1001" y="598"/>
                  <a:pt x="1007" y="510"/>
                </a:cubicBezTo>
                <a:cubicBezTo>
                  <a:pt x="1018" y="354"/>
                  <a:pt x="937" y="208"/>
                  <a:pt x="825" y="115"/>
                </a:cubicBezTo>
                <a:cubicBezTo>
                  <a:pt x="797" y="92"/>
                  <a:pt x="768" y="72"/>
                  <a:pt x="736" y="55"/>
                </a:cubicBezTo>
                <a:cubicBezTo>
                  <a:pt x="735" y="56"/>
                  <a:pt x="735" y="56"/>
                  <a:pt x="735" y="56"/>
                </a:cubicBezTo>
                <a:cubicBezTo>
                  <a:pt x="666" y="20"/>
                  <a:pt x="588" y="0"/>
                  <a:pt x="504" y="0"/>
                </a:cubicBezTo>
                <a:cubicBezTo>
                  <a:pt x="226" y="0"/>
                  <a:pt x="0" y="226"/>
                  <a:pt x="0" y="504"/>
                </a:cubicBezTo>
                <a:cubicBezTo>
                  <a:pt x="0" y="685"/>
                  <a:pt x="95" y="843"/>
                  <a:pt x="237" y="932"/>
                </a:cubicBezTo>
                <a:cubicBezTo>
                  <a:pt x="244" y="936"/>
                  <a:pt x="250" y="940"/>
                  <a:pt x="257" y="943"/>
                </a:cubicBezTo>
                <a:cubicBezTo>
                  <a:pt x="256" y="928"/>
                  <a:pt x="255" y="913"/>
                  <a:pt x="255" y="898"/>
                </a:cubicBezTo>
                <a:cubicBezTo>
                  <a:pt x="255" y="643"/>
                  <a:pt x="449" y="433"/>
                  <a:pt x="692" y="395"/>
                </a:cubicBezTo>
                <a:close/>
                <a:moveTo>
                  <a:pt x="963" y="713"/>
                </a:moveTo>
                <a:cubicBezTo>
                  <a:pt x="963" y="714"/>
                  <a:pt x="963" y="714"/>
                  <a:pt x="963" y="714"/>
                </a:cubicBezTo>
                <a:cubicBezTo>
                  <a:pt x="963" y="714"/>
                  <a:pt x="963" y="713"/>
                  <a:pt x="963" y="713"/>
                </a:cubicBezTo>
                <a:close/>
              </a:path>
            </a:pathLst>
          </a:custGeom>
          <a:solidFill>
            <a:schemeClr val="accent1"/>
          </a:solidFill>
          <a:ln>
            <a:noFill/>
          </a:ln>
        </p:spPr>
        <p:txBody>
          <a:bodyPr anchorCtr="0" anchor="t" bIns="54775" lIns="109550" spcFirstLastPara="1" rIns="109550" wrap="square" tIns="54775">
            <a:noAutofit/>
          </a:bodyPr>
          <a:lstStyle/>
          <a:p>
            <a:pPr indent="0" lvl="0" marL="0" marR="0" rtl="0" algn="l">
              <a:spcBef>
                <a:spcPts val="0"/>
              </a:spcBef>
              <a:spcAft>
                <a:spcPts val="0"/>
              </a:spcAft>
              <a:buNone/>
            </a:pPr>
            <a:r>
              <a:t/>
            </a:r>
            <a:endParaRPr sz="2200">
              <a:solidFill>
                <a:schemeClr val="dk1"/>
              </a:solidFill>
              <a:latin typeface="Lato Light"/>
              <a:ea typeface="Lato Light"/>
              <a:cs typeface="Lato Light"/>
              <a:sym typeface="Lato Light"/>
            </a:endParaRPr>
          </a:p>
        </p:txBody>
      </p:sp>
      <p:sp>
        <p:nvSpPr>
          <p:cNvPr id="234" name="Google Shape;234;p24"/>
          <p:cNvSpPr/>
          <p:nvPr/>
        </p:nvSpPr>
        <p:spPr>
          <a:xfrm>
            <a:off x="3522899" y="2126219"/>
            <a:ext cx="2201823" cy="2066006"/>
          </a:xfrm>
          <a:custGeom>
            <a:rect b="b" l="l" r="r" t="t"/>
            <a:pathLst>
              <a:path extrusionOk="0" h="1013" w="1020">
                <a:moveTo>
                  <a:pt x="325" y="421"/>
                </a:moveTo>
                <a:cubicBezTo>
                  <a:pt x="325" y="421"/>
                  <a:pt x="249" y="349"/>
                  <a:pt x="249" y="230"/>
                </a:cubicBezTo>
                <a:cubicBezTo>
                  <a:pt x="249" y="116"/>
                  <a:pt x="322" y="34"/>
                  <a:pt x="439" y="2"/>
                </a:cubicBezTo>
                <a:cubicBezTo>
                  <a:pt x="439" y="2"/>
                  <a:pt x="437" y="0"/>
                  <a:pt x="437" y="0"/>
                </a:cubicBezTo>
                <a:cubicBezTo>
                  <a:pt x="194" y="38"/>
                  <a:pt x="0" y="248"/>
                  <a:pt x="0" y="503"/>
                </a:cubicBezTo>
                <a:cubicBezTo>
                  <a:pt x="0" y="785"/>
                  <a:pt x="228" y="1013"/>
                  <a:pt x="510" y="1013"/>
                </a:cubicBezTo>
                <a:cubicBezTo>
                  <a:pt x="792" y="1013"/>
                  <a:pt x="1020" y="785"/>
                  <a:pt x="1020" y="503"/>
                </a:cubicBezTo>
                <a:cubicBezTo>
                  <a:pt x="1020" y="503"/>
                  <a:pt x="679" y="804"/>
                  <a:pt x="325" y="421"/>
                </a:cubicBezTo>
                <a:close/>
              </a:path>
            </a:pathLst>
          </a:custGeom>
          <a:solidFill>
            <a:schemeClr val="accent4"/>
          </a:solidFill>
          <a:ln>
            <a:noFill/>
          </a:ln>
        </p:spPr>
        <p:txBody>
          <a:bodyPr anchorCtr="0" anchor="t" bIns="54775" lIns="109550" spcFirstLastPara="1" rIns="109550" wrap="square" tIns="54775">
            <a:noAutofit/>
          </a:bodyPr>
          <a:lstStyle/>
          <a:p>
            <a:pPr indent="0" lvl="0" marL="0" marR="0" rtl="0" algn="l">
              <a:spcBef>
                <a:spcPts val="0"/>
              </a:spcBef>
              <a:spcAft>
                <a:spcPts val="0"/>
              </a:spcAft>
              <a:buNone/>
            </a:pPr>
            <a:r>
              <a:t/>
            </a:r>
            <a:endParaRPr sz="2200">
              <a:solidFill>
                <a:schemeClr val="dk1"/>
              </a:solidFill>
              <a:latin typeface="Lato Light"/>
              <a:ea typeface="Lato Light"/>
              <a:cs typeface="Lato Light"/>
              <a:sym typeface="Lato Light"/>
            </a:endParaRPr>
          </a:p>
        </p:txBody>
      </p:sp>
      <p:sp>
        <p:nvSpPr>
          <p:cNvPr id="235" name="Google Shape;235;p24"/>
          <p:cNvSpPr txBox="1"/>
          <p:nvPr/>
        </p:nvSpPr>
        <p:spPr>
          <a:xfrm>
            <a:off x="3437328" y="1737425"/>
            <a:ext cx="532200" cy="388800"/>
          </a:xfrm>
          <a:prstGeom prst="rect">
            <a:avLst/>
          </a:prstGeom>
          <a:noFill/>
          <a:ln>
            <a:noFill/>
          </a:ln>
        </p:spPr>
        <p:txBody>
          <a:bodyPr anchorCtr="0" anchor="ctr" bIns="17150" lIns="34300" spcFirstLastPara="1" rIns="34300" wrap="square" tIns="17150">
            <a:noAutofit/>
          </a:bodyPr>
          <a:lstStyle/>
          <a:p>
            <a:pPr indent="0" lvl="0" marL="0" marR="0" rtl="0" algn="ctr">
              <a:spcBef>
                <a:spcPts val="0"/>
              </a:spcBef>
              <a:spcAft>
                <a:spcPts val="0"/>
              </a:spcAft>
              <a:buNone/>
            </a:pPr>
            <a:r>
              <a:rPr b="1" lang="en-GB" sz="2300">
                <a:solidFill>
                  <a:schemeClr val="lt1"/>
                </a:solidFill>
                <a:latin typeface="Montserrat"/>
                <a:ea typeface="Montserrat"/>
                <a:cs typeface="Montserrat"/>
                <a:sym typeface="Montserrat"/>
              </a:rPr>
              <a:t>01</a:t>
            </a:r>
            <a:endParaRPr b="1" sz="500">
              <a:latin typeface="Montserrat"/>
              <a:ea typeface="Montserrat"/>
              <a:cs typeface="Montserrat"/>
              <a:sym typeface="Montserrat"/>
            </a:endParaRPr>
          </a:p>
        </p:txBody>
      </p:sp>
      <p:sp>
        <p:nvSpPr>
          <p:cNvPr id="236" name="Google Shape;236;p24"/>
          <p:cNvSpPr txBox="1"/>
          <p:nvPr/>
        </p:nvSpPr>
        <p:spPr>
          <a:xfrm>
            <a:off x="5422878" y="2188350"/>
            <a:ext cx="532200" cy="388800"/>
          </a:xfrm>
          <a:prstGeom prst="rect">
            <a:avLst/>
          </a:prstGeom>
          <a:noFill/>
          <a:ln>
            <a:noFill/>
          </a:ln>
        </p:spPr>
        <p:txBody>
          <a:bodyPr anchorCtr="0" anchor="ctr" bIns="17150" lIns="34300" spcFirstLastPara="1" rIns="34300" wrap="square" tIns="17150">
            <a:noAutofit/>
          </a:bodyPr>
          <a:lstStyle/>
          <a:p>
            <a:pPr indent="0" lvl="0" marL="0" marR="0" rtl="0" algn="ctr">
              <a:spcBef>
                <a:spcPts val="0"/>
              </a:spcBef>
              <a:spcAft>
                <a:spcPts val="0"/>
              </a:spcAft>
              <a:buNone/>
            </a:pPr>
            <a:r>
              <a:rPr b="1" lang="en-GB" sz="2300">
                <a:solidFill>
                  <a:schemeClr val="lt1"/>
                </a:solidFill>
                <a:latin typeface="Montserrat"/>
                <a:ea typeface="Montserrat"/>
                <a:cs typeface="Montserrat"/>
                <a:sym typeface="Montserrat"/>
              </a:rPr>
              <a:t>02</a:t>
            </a:r>
            <a:endParaRPr b="1" sz="500">
              <a:latin typeface="Montserrat"/>
              <a:ea typeface="Montserrat"/>
              <a:cs typeface="Montserrat"/>
              <a:sym typeface="Montserrat"/>
            </a:endParaRPr>
          </a:p>
        </p:txBody>
      </p:sp>
      <p:sp>
        <p:nvSpPr>
          <p:cNvPr id="237" name="Google Shape;237;p24"/>
          <p:cNvSpPr txBox="1"/>
          <p:nvPr/>
        </p:nvSpPr>
        <p:spPr>
          <a:xfrm>
            <a:off x="3969528" y="3405075"/>
            <a:ext cx="532200" cy="388800"/>
          </a:xfrm>
          <a:prstGeom prst="rect">
            <a:avLst/>
          </a:prstGeom>
          <a:noFill/>
          <a:ln>
            <a:noFill/>
          </a:ln>
        </p:spPr>
        <p:txBody>
          <a:bodyPr anchorCtr="0" anchor="ctr" bIns="17150" lIns="34300" spcFirstLastPara="1" rIns="34300" wrap="square" tIns="17150">
            <a:noAutofit/>
          </a:bodyPr>
          <a:lstStyle/>
          <a:p>
            <a:pPr indent="0" lvl="0" marL="0" marR="0" rtl="0" algn="ctr">
              <a:spcBef>
                <a:spcPts val="0"/>
              </a:spcBef>
              <a:spcAft>
                <a:spcPts val="0"/>
              </a:spcAft>
              <a:buNone/>
            </a:pPr>
            <a:r>
              <a:rPr b="1" lang="en-GB" sz="2300">
                <a:solidFill>
                  <a:schemeClr val="lt1"/>
                </a:solidFill>
                <a:latin typeface="Montserrat"/>
                <a:ea typeface="Montserrat"/>
                <a:cs typeface="Montserrat"/>
                <a:sym typeface="Montserrat"/>
              </a:rPr>
              <a:t>03</a:t>
            </a:r>
            <a:endParaRPr b="1" sz="500">
              <a:latin typeface="Montserrat"/>
              <a:ea typeface="Montserrat"/>
              <a:cs typeface="Montserrat"/>
              <a:sym typeface="Montserrat"/>
            </a:endParaRPr>
          </a:p>
        </p:txBody>
      </p:sp>
      <p:sp>
        <p:nvSpPr>
          <p:cNvPr id="238" name="Google Shape;238;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GB"/>
              <a:t>‹#›</a:t>
            </a:fld>
            <a:endParaRPr/>
          </a:p>
        </p:txBody>
      </p:sp>
      <p:pic>
        <p:nvPicPr>
          <p:cNvPr descr=" " id="239" name="Google Shape;239;p24"/>
          <p:cNvPicPr preferRelativeResize="0"/>
          <p:nvPr/>
        </p:nvPicPr>
        <p:blipFill rotWithShape="1">
          <a:blip r:embed="rId2">
            <a:alphaModFix/>
          </a:blip>
          <a:srcRect b="0" l="0" r="0" t="0"/>
          <a:stretch/>
        </p:blipFill>
        <p:spPr>
          <a:xfrm>
            <a:off x="8472449" y="3635278"/>
            <a:ext cx="247715" cy="202697"/>
          </a:xfrm>
          <a:prstGeom prst="rect">
            <a:avLst/>
          </a:prstGeom>
          <a:noFill/>
          <a:ln>
            <a:noFill/>
          </a:ln>
        </p:spPr>
      </p:pic>
      <p:pic>
        <p:nvPicPr>
          <p:cNvPr descr=" " id="240" name="Google Shape;240;p24"/>
          <p:cNvPicPr preferRelativeResize="0"/>
          <p:nvPr/>
        </p:nvPicPr>
        <p:blipFill rotWithShape="1">
          <a:blip r:embed="rId3">
            <a:alphaModFix/>
          </a:blip>
          <a:srcRect b="0" l="0" r="0" t="0"/>
          <a:stretch/>
        </p:blipFill>
        <p:spPr>
          <a:xfrm>
            <a:off x="5919717" y="4398393"/>
            <a:ext cx="1043003" cy="488477"/>
          </a:xfrm>
          <a:prstGeom prst="rect">
            <a:avLst/>
          </a:prstGeom>
          <a:noFill/>
          <a:ln>
            <a:noFill/>
          </a:ln>
        </p:spPr>
      </p:pic>
      <p:pic>
        <p:nvPicPr>
          <p:cNvPr id="241" name="Google Shape;241;p24"/>
          <p:cNvPicPr preferRelativeResize="0"/>
          <p:nvPr/>
        </p:nvPicPr>
        <p:blipFill>
          <a:blip r:embed="rId4">
            <a:alphaModFix/>
          </a:blip>
          <a:stretch>
            <a:fillRect/>
          </a:stretch>
        </p:blipFill>
        <p:spPr>
          <a:xfrm>
            <a:off x="-1105500" y="-1450875"/>
            <a:ext cx="2471494" cy="2650874"/>
          </a:xfrm>
          <a:prstGeom prst="rect">
            <a:avLst/>
          </a:prstGeom>
          <a:noFill/>
          <a:ln>
            <a:noFill/>
          </a:ln>
        </p:spPr>
      </p:pic>
      <p:pic>
        <p:nvPicPr>
          <p:cNvPr id="242" name="Google Shape;242;p24"/>
          <p:cNvPicPr preferRelativeResize="0"/>
          <p:nvPr/>
        </p:nvPicPr>
        <p:blipFill>
          <a:blip r:embed="rId5">
            <a:alphaModFix/>
          </a:blip>
          <a:stretch>
            <a:fillRect/>
          </a:stretch>
        </p:blipFill>
        <p:spPr>
          <a:xfrm>
            <a:off x="7754950" y="3843499"/>
            <a:ext cx="2332475" cy="2399244"/>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ints 4_1">
  <p:cSld name="CUSTOM_1_1">
    <p:spTree>
      <p:nvGrpSpPr>
        <p:cNvPr id="243" name="Shape 243"/>
        <p:cNvGrpSpPr/>
        <p:nvPr/>
      </p:nvGrpSpPr>
      <p:grpSpPr>
        <a:xfrm>
          <a:off x="0" y="0"/>
          <a:ext cx="0" cy="0"/>
          <a:chOff x="0" y="0"/>
          <a:chExt cx="0" cy="0"/>
        </a:xfrm>
      </p:grpSpPr>
      <p:sp>
        <p:nvSpPr>
          <p:cNvPr id="244" name="Google Shape;244;p25"/>
          <p:cNvSpPr/>
          <p:nvPr/>
        </p:nvSpPr>
        <p:spPr>
          <a:xfrm>
            <a:off x="3036788" y="1364028"/>
            <a:ext cx="1519962" cy="1966570"/>
          </a:xfrm>
          <a:custGeom>
            <a:rect b="b" l="l" r="r" t="t"/>
            <a:pathLst>
              <a:path extrusionOk="0" h="6447770" w="4983482">
                <a:moveTo>
                  <a:pt x="4983482" y="0"/>
                </a:moveTo>
                <a:lnTo>
                  <a:pt x="4983482" y="1152"/>
                </a:lnTo>
                <a:lnTo>
                  <a:pt x="4884042" y="6173"/>
                </a:lnTo>
                <a:cubicBezTo>
                  <a:pt x="4168136" y="78877"/>
                  <a:pt x="3609474" y="683482"/>
                  <a:pt x="3609474" y="1418570"/>
                </a:cubicBezTo>
                <a:cubicBezTo>
                  <a:pt x="3609474" y="2107715"/>
                  <a:pt x="4100486" y="2682178"/>
                  <a:pt x="4751750" y="2811200"/>
                </a:cubicBezTo>
                <a:lnTo>
                  <a:pt x="4877001" y="2829915"/>
                </a:lnTo>
                <a:lnTo>
                  <a:pt x="4799835" y="2833812"/>
                </a:lnTo>
                <a:cubicBezTo>
                  <a:pt x="3688520" y="2946672"/>
                  <a:pt x="2821298" y="3885212"/>
                  <a:pt x="2821298" y="5026303"/>
                </a:cubicBezTo>
                <a:lnTo>
                  <a:pt x="2829563" y="5189982"/>
                </a:lnTo>
                <a:lnTo>
                  <a:pt x="2810610" y="5314168"/>
                </a:lnTo>
                <a:cubicBezTo>
                  <a:pt x="2678226" y="5961114"/>
                  <a:pt x="2105809" y="6447770"/>
                  <a:pt x="1419727" y="6447770"/>
                </a:cubicBezTo>
                <a:cubicBezTo>
                  <a:pt x="635633" y="6447770"/>
                  <a:pt x="0" y="5812137"/>
                  <a:pt x="0" y="5028043"/>
                </a:cubicBezTo>
                <a:lnTo>
                  <a:pt x="2309" y="4982324"/>
                </a:lnTo>
                <a:lnTo>
                  <a:pt x="1157" y="4982324"/>
                </a:lnTo>
                <a:lnTo>
                  <a:pt x="6545" y="4769242"/>
                </a:lnTo>
                <a:cubicBezTo>
                  <a:pt x="136898" y="2197684"/>
                  <a:pt x="2198840" y="135741"/>
                  <a:pt x="4770399" y="5388"/>
                </a:cubicBezTo>
                <a:close/>
              </a:path>
            </a:pathLst>
          </a:custGeom>
          <a:solidFill>
            <a:schemeClr val="dk1"/>
          </a:solidFill>
          <a:ln>
            <a:noFill/>
          </a:ln>
        </p:spPr>
        <p:txBody>
          <a:bodyPr anchorCtr="0" anchor="ctr" bIns="17150" lIns="34300" spcFirstLastPara="1" rIns="34300" wrap="square" tIns="17150">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sp>
        <p:nvSpPr>
          <p:cNvPr id="245" name="Google Shape;245;p25"/>
          <p:cNvSpPr/>
          <p:nvPr/>
        </p:nvSpPr>
        <p:spPr>
          <a:xfrm>
            <a:off x="4138040" y="1363675"/>
            <a:ext cx="1966570" cy="1519962"/>
          </a:xfrm>
          <a:custGeom>
            <a:rect b="b" l="l" r="r" t="t"/>
            <a:pathLst>
              <a:path extrusionOk="0" h="4983482" w="6447769">
                <a:moveTo>
                  <a:pt x="1419727" y="0"/>
                </a:moveTo>
                <a:lnTo>
                  <a:pt x="1465447" y="2309"/>
                </a:lnTo>
                <a:lnTo>
                  <a:pt x="1465447" y="1157"/>
                </a:lnTo>
                <a:lnTo>
                  <a:pt x="1678528" y="6545"/>
                </a:lnTo>
                <a:cubicBezTo>
                  <a:pt x="4250087" y="136898"/>
                  <a:pt x="6312029" y="2198841"/>
                  <a:pt x="6442381" y="4770399"/>
                </a:cubicBezTo>
                <a:lnTo>
                  <a:pt x="6447769" y="4983482"/>
                </a:lnTo>
                <a:lnTo>
                  <a:pt x="6446619" y="4983482"/>
                </a:lnTo>
                <a:lnTo>
                  <a:pt x="6441597" y="4884041"/>
                </a:lnTo>
                <a:cubicBezTo>
                  <a:pt x="6368893" y="4168135"/>
                  <a:pt x="5764288" y="3609473"/>
                  <a:pt x="5029200" y="3609473"/>
                </a:cubicBezTo>
                <a:cubicBezTo>
                  <a:pt x="4294112" y="3609473"/>
                  <a:pt x="3689507" y="4168135"/>
                  <a:pt x="3616803" y="4884041"/>
                </a:cubicBezTo>
                <a:lnTo>
                  <a:pt x="3614562" y="4928423"/>
                </a:lnTo>
                <a:lnTo>
                  <a:pt x="3608185" y="4802127"/>
                </a:lnTo>
                <a:cubicBezTo>
                  <a:pt x="3495325" y="3690812"/>
                  <a:pt x="2556784" y="2823590"/>
                  <a:pt x="1415693" y="2823590"/>
                </a:cubicBezTo>
                <a:lnTo>
                  <a:pt x="1267636" y="2831067"/>
                </a:lnTo>
                <a:lnTo>
                  <a:pt x="1133602" y="2810611"/>
                </a:lnTo>
                <a:cubicBezTo>
                  <a:pt x="486657" y="2678226"/>
                  <a:pt x="0" y="2105810"/>
                  <a:pt x="0" y="1419727"/>
                </a:cubicBezTo>
                <a:cubicBezTo>
                  <a:pt x="0" y="635633"/>
                  <a:pt x="635633" y="0"/>
                  <a:pt x="1419727" y="0"/>
                </a:cubicBezTo>
                <a:close/>
              </a:path>
            </a:pathLst>
          </a:custGeom>
          <a:solidFill>
            <a:schemeClr val="accent1"/>
          </a:solidFill>
          <a:ln>
            <a:noFill/>
          </a:ln>
        </p:spPr>
        <p:txBody>
          <a:bodyPr anchorCtr="0" anchor="ctr" bIns="17150" lIns="34300" spcFirstLastPara="1" rIns="34300" wrap="square" tIns="17150">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sp>
        <p:nvSpPr>
          <p:cNvPr id="246" name="Google Shape;246;p25"/>
          <p:cNvSpPr/>
          <p:nvPr/>
        </p:nvSpPr>
        <p:spPr>
          <a:xfrm>
            <a:off x="3037141" y="2911624"/>
            <a:ext cx="1966570" cy="1519962"/>
          </a:xfrm>
          <a:custGeom>
            <a:rect b="b" l="l" r="r" t="t"/>
            <a:pathLst>
              <a:path extrusionOk="0" h="4983481" w="6447771">
                <a:moveTo>
                  <a:pt x="0" y="0"/>
                </a:moveTo>
                <a:lnTo>
                  <a:pt x="1152" y="0"/>
                </a:lnTo>
                <a:lnTo>
                  <a:pt x="6173" y="99439"/>
                </a:lnTo>
                <a:cubicBezTo>
                  <a:pt x="78877" y="815345"/>
                  <a:pt x="683482" y="1374007"/>
                  <a:pt x="1418570" y="1374007"/>
                </a:cubicBezTo>
                <a:cubicBezTo>
                  <a:pt x="2107715" y="1374007"/>
                  <a:pt x="2682178" y="882996"/>
                  <a:pt x="2811200" y="231731"/>
                </a:cubicBezTo>
                <a:lnTo>
                  <a:pt x="2828419" y="116492"/>
                </a:lnTo>
                <a:lnTo>
                  <a:pt x="2831519" y="177872"/>
                </a:lnTo>
                <a:cubicBezTo>
                  <a:pt x="2944379" y="1289187"/>
                  <a:pt x="3882919" y="2156409"/>
                  <a:pt x="5024010" y="2156409"/>
                </a:cubicBezTo>
                <a:lnTo>
                  <a:pt x="5148631" y="2150116"/>
                </a:lnTo>
                <a:lnTo>
                  <a:pt x="5173203" y="2151357"/>
                </a:lnTo>
                <a:cubicBezTo>
                  <a:pt x="5889109" y="2224061"/>
                  <a:pt x="6447771" y="2828666"/>
                  <a:pt x="6447771" y="3563754"/>
                </a:cubicBezTo>
                <a:cubicBezTo>
                  <a:pt x="6447771" y="4347848"/>
                  <a:pt x="5812138" y="4983481"/>
                  <a:pt x="5028044" y="4983481"/>
                </a:cubicBezTo>
                <a:lnTo>
                  <a:pt x="4982325" y="4981172"/>
                </a:lnTo>
                <a:lnTo>
                  <a:pt x="4982325" y="4982324"/>
                </a:lnTo>
                <a:lnTo>
                  <a:pt x="4769242" y="4976936"/>
                </a:lnTo>
                <a:cubicBezTo>
                  <a:pt x="2197683" y="4846583"/>
                  <a:pt x="135741" y="2784641"/>
                  <a:pt x="5388" y="213082"/>
                </a:cubicBezTo>
                <a:close/>
              </a:path>
            </a:pathLst>
          </a:custGeom>
          <a:solidFill>
            <a:schemeClr val="accent5"/>
          </a:solidFill>
          <a:ln>
            <a:noFill/>
          </a:ln>
        </p:spPr>
        <p:txBody>
          <a:bodyPr anchorCtr="0" anchor="ctr" bIns="17150" lIns="34300" spcFirstLastPara="1" rIns="34300" wrap="square" tIns="17150">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sp>
        <p:nvSpPr>
          <p:cNvPr id="247" name="Google Shape;247;p25"/>
          <p:cNvSpPr/>
          <p:nvPr/>
        </p:nvSpPr>
        <p:spPr>
          <a:xfrm>
            <a:off x="4585148" y="2464634"/>
            <a:ext cx="1519961" cy="1966570"/>
          </a:xfrm>
          <a:custGeom>
            <a:rect b="b" l="l" r="r" t="t"/>
            <a:pathLst>
              <a:path extrusionOk="0" h="6447772" w="4983480">
                <a:moveTo>
                  <a:pt x="3563753" y="0"/>
                </a:moveTo>
                <a:cubicBezTo>
                  <a:pt x="4347847" y="0"/>
                  <a:pt x="4983480" y="635633"/>
                  <a:pt x="4983480" y="1419727"/>
                </a:cubicBezTo>
                <a:lnTo>
                  <a:pt x="4981172" y="1465449"/>
                </a:lnTo>
                <a:lnTo>
                  <a:pt x="4982322" y="1465449"/>
                </a:lnTo>
                <a:lnTo>
                  <a:pt x="4976934" y="1678530"/>
                </a:lnTo>
                <a:cubicBezTo>
                  <a:pt x="4846582" y="4250089"/>
                  <a:pt x="2784640" y="6312031"/>
                  <a:pt x="213081" y="6442384"/>
                </a:cubicBezTo>
                <a:lnTo>
                  <a:pt x="0" y="6447772"/>
                </a:lnTo>
                <a:lnTo>
                  <a:pt x="0" y="6446619"/>
                </a:lnTo>
                <a:lnTo>
                  <a:pt x="99439" y="6441598"/>
                </a:lnTo>
                <a:cubicBezTo>
                  <a:pt x="815345" y="6368894"/>
                  <a:pt x="1374007" y="5764289"/>
                  <a:pt x="1374007" y="5029201"/>
                </a:cubicBezTo>
                <a:cubicBezTo>
                  <a:pt x="1374007" y="4294113"/>
                  <a:pt x="815345" y="3689508"/>
                  <a:pt x="99439" y="3616804"/>
                </a:cubicBezTo>
                <a:lnTo>
                  <a:pt x="74876" y="3615564"/>
                </a:lnTo>
                <a:lnTo>
                  <a:pt x="175579" y="3610479"/>
                </a:lnTo>
                <a:cubicBezTo>
                  <a:pt x="1286894" y="3497619"/>
                  <a:pt x="2154116" y="2559078"/>
                  <a:pt x="2154116" y="1417987"/>
                </a:cubicBezTo>
                <a:lnTo>
                  <a:pt x="2149115" y="1318948"/>
                </a:lnTo>
                <a:lnTo>
                  <a:pt x="2151356" y="1274568"/>
                </a:lnTo>
                <a:cubicBezTo>
                  <a:pt x="2224060" y="558662"/>
                  <a:pt x="2828665" y="0"/>
                  <a:pt x="3563753" y="0"/>
                </a:cubicBezTo>
                <a:close/>
              </a:path>
            </a:pathLst>
          </a:custGeom>
          <a:solidFill>
            <a:schemeClr val="accent4"/>
          </a:solidFill>
          <a:ln>
            <a:noFill/>
          </a:ln>
        </p:spPr>
        <p:txBody>
          <a:bodyPr anchorCtr="0" anchor="ctr" bIns="17150" lIns="34300" spcFirstLastPara="1" rIns="34300" wrap="square" tIns="17150">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sp>
        <p:nvSpPr>
          <p:cNvPr id="248" name="Google Shape;248;p25"/>
          <p:cNvSpPr txBox="1"/>
          <p:nvPr>
            <p:ph idx="1" type="subTitle"/>
          </p:nvPr>
        </p:nvSpPr>
        <p:spPr>
          <a:xfrm>
            <a:off x="467425" y="1394975"/>
            <a:ext cx="2198400" cy="1216200"/>
          </a:xfrm>
          <a:prstGeom prst="rect">
            <a:avLst/>
          </a:prstGeom>
        </p:spPr>
        <p:txBody>
          <a:bodyPr anchorCtr="0" anchor="t" bIns="91425" lIns="91425" spcFirstLastPara="1" rIns="91425" wrap="square" tIns="91425">
            <a:normAutofit/>
          </a:bodyPr>
          <a:lstStyle>
            <a:lvl1pPr lvl="0" algn="r">
              <a:spcBef>
                <a:spcPts val="0"/>
              </a:spcBef>
              <a:spcAft>
                <a:spcPts val="0"/>
              </a:spcAft>
              <a:buSzPts val="1300"/>
              <a:buFont typeface="Open Sans Medium"/>
              <a:buNone/>
              <a:defRPr sz="1300">
                <a:latin typeface="Open Sans Medium"/>
                <a:ea typeface="Open Sans Medium"/>
                <a:cs typeface="Open Sans Medium"/>
                <a:sym typeface="Open Sans Medium"/>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249" name="Google Shape;249;p25"/>
          <p:cNvSpPr txBox="1"/>
          <p:nvPr/>
        </p:nvSpPr>
        <p:spPr>
          <a:xfrm>
            <a:off x="3240103" y="2642525"/>
            <a:ext cx="532200" cy="388800"/>
          </a:xfrm>
          <a:prstGeom prst="rect">
            <a:avLst/>
          </a:prstGeom>
          <a:noFill/>
          <a:ln>
            <a:noFill/>
          </a:ln>
        </p:spPr>
        <p:txBody>
          <a:bodyPr anchorCtr="0" anchor="ctr" bIns="17150" lIns="34300" spcFirstLastPara="1" rIns="34300" wrap="square" tIns="17150">
            <a:noAutofit/>
          </a:bodyPr>
          <a:lstStyle/>
          <a:p>
            <a:pPr indent="0" lvl="0" marL="0" marR="0" rtl="0" algn="ctr">
              <a:spcBef>
                <a:spcPts val="0"/>
              </a:spcBef>
              <a:spcAft>
                <a:spcPts val="0"/>
              </a:spcAft>
              <a:buNone/>
            </a:pPr>
            <a:r>
              <a:rPr b="1" lang="en-GB" sz="2300">
                <a:solidFill>
                  <a:schemeClr val="lt1"/>
                </a:solidFill>
                <a:latin typeface="Montserrat"/>
                <a:ea typeface="Montserrat"/>
                <a:cs typeface="Montserrat"/>
                <a:sym typeface="Montserrat"/>
              </a:rPr>
              <a:t>01</a:t>
            </a:r>
            <a:endParaRPr b="1" sz="500">
              <a:latin typeface="Montserrat"/>
              <a:ea typeface="Montserrat"/>
              <a:cs typeface="Montserrat"/>
              <a:sym typeface="Montserrat"/>
            </a:endParaRPr>
          </a:p>
        </p:txBody>
      </p:sp>
      <p:sp>
        <p:nvSpPr>
          <p:cNvPr id="250" name="Google Shape;250;p25"/>
          <p:cNvSpPr txBox="1"/>
          <p:nvPr/>
        </p:nvSpPr>
        <p:spPr>
          <a:xfrm>
            <a:off x="4305541" y="1611875"/>
            <a:ext cx="532200" cy="388800"/>
          </a:xfrm>
          <a:prstGeom prst="rect">
            <a:avLst/>
          </a:prstGeom>
          <a:noFill/>
          <a:ln>
            <a:noFill/>
          </a:ln>
        </p:spPr>
        <p:txBody>
          <a:bodyPr anchorCtr="0" anchor="ctr" bIns="17150" lIns="34300" spcFirstLastPara="1" rIns="34300" wrap="square" tIns="17150">
            <a:noAutofit/>
          </a:bodyPr>
          <a:lstStyle/>
          <a:p>
            <a:pPr indent="0" lvl="0" marL="0" marR="0" rtl="0" algn="ctr">
              <a:spcBef>
                <a:spcPts val="0"/>
              </a:spcBef>
              <a:spcAft>
                <a:spcPts val="0"/>
              </a:spcAft>
              <a:buNone/>
            </a:pPr>
            <a:r>
              <a:rPr b="1" lang="en-GB" sz="2300">
                <a:solidFill>
                  <a:schemeClr val="lt1"/>
                </a:solidFill>
                <a:latin typeface="Montserrat"/>
                <a:ea typeface="Montserrat"/>
                <a:cs typeface="Montserrat"/>
                <a:sym typeface="Montserrat"/>
              </a:rPr>
              <a:t>02</a:t>
            </a:r>
            <a:endParaRPr b="1" sz="500">
              <a:latin typeface="Montserrat"/>
              <a:ea typeface="Montserrat"/>
              <a:cs typeface="Montserrat"/>
              <a:sym typeface="Montserrat"/>
            </a:endParaRPr>
          </a:p>
        </p:txBody>
      </p:sp>
      <p:sp>
        <p:nvSpPr>
          <p:cNvPr id="251" name="Google Shape;251;p25"/>
          <p:cNvSpPr txBox="1"/>
          <p:nvPr/>
        </p:nvSpPr>
        <p:spPr>
          <a:xfrm>
            <a:off x="5421603" y="2642525"/>
            <a:ext cx="532200" cy="388800"/>
          </a:xfrm>
          <a:prstGeom prst="rect">
            <a:avLst/>
          </a:prstGeom>
          <a:noFill/>
          <a:ln>
            <a:noFill/>
          </a:ln>
        </p:spPr>
        <p:txBody>
          <a:bodyPr anchorCtr="0" anchor="ctr" bIns="17150" lIns="34300" spcFirstLastPara="1" rIns="34300" wrap="square" tIns="17150">
            <a:noAutofit/>
          </a:bodyPr>
          <a:lstStyle/>
          <a:p>
            <a:pPr indent="0" lvl="0" marL="0" marR="0" rtl="0" algn="ctr">
              <a:spcBef>
                <a:spcPts val="0"/>
              </a:spcBef>
              <a:spcAft>
                <a:spcPts val="0"/>
              </a:spcAft>
              <a:buNone/>
            </a:pPr>
            <a:r>
              <a:rPr b="1" lang="en-GB" sz="2300">
                <a:solidFill>
                  <a:schemeClr val="lt1"/>
                </a:solidFill>
                <a:latin typeface="Montserrat"/>
                <a:ea typeface="Montserrat"/>
                <a:cs typeface="Montserrat"/>
                <a:sym typeface="Montserrat"/>
              </a:rPr>
              <a:t>03</a:t>
            </a:r>
            <a:endParaRPr b="1" sz="500">
              <a:latin typeface="Montserrat"/>
              <a:ea typeface="Montserrat"/>
              <a:cs typeface="Montserrat"/>
              <a:sym typeface="Montserrat"/>
            </a:endParaRPr>
          </a:p>
        </p:txBody>
      </p:sp>
      <p:sp>
        <p:nvSpPr>
          <p:cNvPr id="252" name="Google Shape;252;p25"/>
          <p:cNvSpPr txBox="1"/>
          <p:nvPr/>
        </p:nvSpPr>
        <p:spPr>
          <a:xfrm>
            <a:off x="4305541" y="3817250"/>
            <a:ext cx="532200" cy="388800"/>
          </a:xfrm>
          <a:prstGeom prst="rect">
            <a:avLst/>
          </a:prstGeom>
          <a:noFill/>
          <a:ln>
            <a:noFill/>
          </a:ln>
        </p:spPr>
        <p:txBody>
          <a:bodyPr anchorCtr="0" anchor="ctr" bIns="17150" lIns="34300" spcFirstLastPara="1" rIns="34300" wrap="square" tIns="17150">
            <a:noAutofit/>
          </a:bodyPr>
          <a:lstStyle/>
          <a:p>
            <a:pPr indent="0" lvl="0" marL="0" marR="0" rtl="0" algn="ctr">
              <a:spcBef>
                <a:spcPts val="0"/>
              </a:spcBef>
              <a:spcAft>
                <a:spcPts val="0"/>
              </a:spcAft>
              <a:buNone/>
            </a:pPr>
            <a:r>
              <a:rPr b="1" lang="en-GB" sz="2300">
                <a:solidFill>
                  <a:schemeClr val="lt1"/>
                </a:solidFill>
                <a:latin typeface="Montserrat"/>
                <a:ea typeface="Montserrat"/>
                <a:cs typeface="Montserrat"/>
                <a:sym typeface="Montserrat"/>
              </a:rPr>
              <a:t>04</a:t>
            </a:r>
            <a:endParaRPr b="1" sz="500">
              <a:latin typeface="Montserrat"/>
              <a:ea typeface="Montserrat"/>
              <a:cs typeface="Montserrat"/>
              <a:sym typeface="Montserrat"/>
            </a:endParaRPr>
          </a:p>
        </p:txBody>
      </p:sp>
      <p:sp>
        <p:nvSpPr>
          <p:cNvPr id="253" name="Google Shape;253;p25"/>
          <p:cNvSpPr txBox="1"/>
          <p:nvPr>
            <p:ph idx="2" type="subTitle"/>
          </p:nvPr>
        </p:nvSpPr>
        <p:spPr>
          <a:xfrm>
            <a:off x="467425" y="3096425"/>
            <a:ext cx="2198400" cy="1216200"/>
          </a:xfrm>
          <a:prstGeom prst="rect">
            <a:avLst/>
          </a:prstGeom>
        </p:spPr>
        <p:txBody>
          <a:bodyPr anchorCtr="0" anchor="t" bIns="91425" lIns="91425" spcFirstLastPara="1" rIns="91425" wrap="square" tIns="91425">
            <a:normAutofit/>
          </a:bodyPr>
          <a:lstStyle>
            <a:lvl1pPr lvl="0" algn="r">
              <a:spcBef>
                <a:spcPts val="0"/>
              </a:spcBef>
              <a:spcAft>
                <a:spcPts val="0"/>
              </a:spcAft>
              <a:buSzPts val="1300"/>
              <a:buFont typeface="Open Sans Medium"/>
              <a:buNone/>
              <a:defRPr sz="1300">
                <a:latin typeface="Open Sans Medium"/>
                <a:ea typeface="Open Sans Medium"/>
                <a:cs typeface="Open Sans Medium"/>
                <a:sym typeface="Open Sans Medium"/>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254" name="Google Shape;254;p25"/>
          <p:cNvSpPr txBox="1"/>
          <p:nvPr>
            <p:ph idx="3" type="subTitle"/>
          </p:nvPr>
        </p:nvSpPr>
        <p:spPr>
          <a:xfrm>
            <a:off x="6302925" y="1394975"/>
            <a:ext cx="2277300" cy="1212300"/>
          </a:xfrm>
          <a:prstGeom prst="rect">
            <a:avLst/>
          </a:prstGeom>
        </p:spPr>
        <p:txBody>
          <a:bodyPr anchorCtr="0" anchor="t" bIns="91425" lIns="91425" spcFirstLastPara="1" rIns="91425" wrap="square" tIns="91425">
            <a:normAutofit/>
          </a:bodyPr>
          <a:lstStyle>
            <a:lvl1pPr lvl="0">
              <a:spcBef>
                <a:spcPts val="0"/>
              </a:spcBef>
              <a:spcAft>
                <a:spcPts val="0"/>
              </a:spcAft>
              <a:buSzPts val="1300"/>
              <a:buFont typeface="Open Sans Medium"/>
              <a:buNone/>
              <a:defRPr sz="1300">
                <a:latin typeface="Open Sans Medium"/>
                <a:ea typeface="Open Sans Medium"/>
                <a:cs typeface="Open Sans Medium"/>
                <a:sym typeface="Open Sans Medium"/>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255" name="Google Shape;255;p25"/>
          <p:cNvSpPr txBox="1"/>
          <p:nvPr>
            <p:ph idx="4" type="subTitle"/>
          </p:nvPr>
        </p:nvSpPr>
        <p:spPr>
          <a:xfrm>
            <a:off x="6302925" y="3096425"/>
            <a:ext cx="2277300" cy="1212300"/>
          </a:xfrm>
          <a:prstGeom prst="rect">
            <a:avLst/>
          </a:prstGeom>
        </p:spPr>
        <p:txBody>
          <a:bodyPr anchorCtr="0" anchor="t" bIns="91425" lIns="91425" spcFirstLastPara="1" rIns="91425" wrap="square" tIns="91425">
            <a:normAutofit/>
          </a:bodyPr>
          <a:lstStyle>
            <a:lvl1pPr lvl="0">
              <a:spcBef>
                <a:spcPts val="0"/>
              </a:spcBef>
              <a:spcAft>
                <a:spcPts val="0"/>
              </a:spcAft>
              <a:buSzPts val="1300"/>
              <a:buFont typeface="Open Sans Medium"/>
              <a:buNone/>
              <a:defRPr sz="1300">
                <a:latin typeface="Open Sans Medium"/>
                <a:ea typeface="Open Sans Medium"/>
                <a:cs typeface="Open Sans Medium"/>
                <a:sym typeface="Open Sans Medium"/>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256" name="Google Shape;256;p25"/>
          <p:cNvSpPr txBox="1"/>
          <p:nvPr>
            <p:ph type="title"/>
          </p:nvPr>
        </p:nvSpPr>
        <p:spPr>
          <a:xfrm>
            <a:off x="1245150" y="401725"/>
            <a:ext cx="6653700" cy="423600"/>
          </a:xfrm>
          <a:prstGeom prst="rect">
            <a:avLst/>
          </a:prstGeom>
        </p:spPr>
        <p:txBody>
          <a:bodyPr anchorCtr="0" anchor="ctr" bIns="34275" lIns="34275" spcFirstLastPara="1" rIns="34275" wrap="square" tIns="34275">
            <a:noAutofit/>
          </a:bodyPr>
          <a:lstStyle>
            <a:lvl1pPr lvl="0" algn="ctr">
              <a:spcBef>
                <a:spcPts val="0"/>
              </a:spcBef>
              <a:spcAft>
                <a:spcPts val="0"/>
              </a:spcAft>
              <a:buSzPts val="2400"/>
              <a:buNone/>
              <a:defRPr sz="2400"/>
            </a:lvl1pPr>
            <a:lvl2pPr lvl="1">
              <a:spcBef>
                <a:spcPts val="0"/>
              </a:spcBef>
              <a:spcAft>
                <a:spcPts val="0"/>
              </a:spcAft>
              <a:buSzPts val="500"/>
              <a:buNone/>
              <a:defRPr>
                <a:latin typeface="Lato Light"/>
                <a:ea typeface="Lato Light"/>
                <a:cs typeface="Lato Light"/>
                <a:sym typeface="Lato Light"/>
              </a:defRPr>
            </a:lvl2pPr>
            <a:lvl3pPr lvl="2">
              <a:spcBef>
                <a:spcPts val="0"/>
              </a:spcBef>
              <a:spcAft>
                <a:spcPts val="0"/>
              </a:spcAft>
              <a:buSzPts val="500"/>
              <a:buNone/>
              <a:defRPr>
                <a:latin typeface="Lato Light"/>
                <a:ea typeface="Lato Light"/>
                <a:cs typeface="Lato Light"/>
                <a:sym typeface="Lato Light"/>
              </a:defRPr>
            </a:lvl3pPr>
            <a:lvl4pPr lvl="3">
              <a:spcBef>
                <a:spcPts val="0"/>
              </a:spcBef>
              <a:spcAft>
                <a:spcPts val="0"/>
              </a:spcAft>
              <a:buSzPts val="500"/>
              <a:buNone/>
              <a:defRPr>
                <a:latin typeface="Lato Light"/>
                <a:ea typeface="Lato Light"/>
                <a:cs typeface="Lato Light"/>
                <a:sym typeface="Lato Light"/>
              </a:defRPr>
            </a:lvl4pPr>
            <a:lvl5pPr lvl="4">
              <a:spcBef>
                <a:spcPts val="0"/>
              </a:spcBef>
              <a:spcAft>
                <a:spcPts val="0"/>
              </a:spcAft>
              <a:buSzPts val="500"/>
              <a:buNone/>
              <a:defRPr>
                <a:latin typeface="Lato Light"/>
                <a:ea typeface="Lato Light"/>
                <a:cs typeface="Lato Light"/>
                <a:sym typeface="Lato Light"/>
              </a:defRPr>
            </a:lvl5pPr>
            <a:lvl6pPr lvl="5">
              <a:spcBef>
                <a:spcPts val="0"/>
              </a:spcBef>
              <a:spcAft>
                <a:spcPts val="0"/>
              </a:spcAft>
              <a:buSzPts val="500"/>
              <a:buNone/>
              <a:defRPr>
                <a:latin typeface="Lato Light"/>
                <a:ea typeface="Lato Light"/>
                <a:cs typeface="Lato Light"/>
                <a:sym typeface="Lato Light"/>
              </a:defRPr>
            </a:lvl6pPr>
            <a:lvl7pPr lvl="6">
              <a:spcBef>
                <a:spcPts val="0"/>
              </a:spcBef>
              <a:spcAft>
                <a:spcPts val="0"/>
              </a:spcAft>
              <a:buSzPts val="500"/>
              <a:buNone/>
              <a:defRPr>
                <a:latin typeface="Lato Light"/>
                <a:ea typeface="Lato Light"/>
                <a:cs typeface="Lato Light"/>
                <a:sym typeface="Lato Light"/>
              </a:defRPr>
            </a:lvl7pPr>
            <a:lvl8pPr lvl="7">
              <a:spcBef>
                <a:spcPts val="0"/>
              </a:spcBef>
              <a:spcAft>
                <a:spcPts val="0"/>
              </a:spcAft>
              <a:buSzPts val="500"/>
              <a:buNone/>
              <a:defRPr>
                <a:latin typeface="Lato Light"/>
                <a:ea typeface="Lato Light"/>
                <a:cs typeface="Lato Light"/>
                <a:sym typeface="Lato Light"/>
              </a:defRPr>
            </a:lvl8pPr>
            <a:lvl9pPr lvl="8">
              <a:spcBef>
                <a:spcPts val="0"/>
              </a:spcBef>
              <a:spcAft>
                <a:spcPts val="0"/>
              </a:spcAft>
              <a:buSzPts val="500"/>
              <a:buNone/>
              <a:defRPr>
                <a:latin typeface="Lato Light"/>
                <a:ea typeface="Lato Light"/>
                <a:cs typeface="Lato Light"/>
                <a:sym typeface="Lato Light"/>
              </a:defRPr>
            </a:lvl9pPr>
          </a:lstStyle>
          <a:p/>
        </p:txBody>
      </p:sp>
      <p:pic>
        <p:nvPicPr>
          <p:cNvPr id="257" name="Google Shape;257;p25"/>
          <p:cNvPicPr preferRelativeResize="0"/>
          <p:nvPr/>
        </p:nvPicPr>
        <p:blipFill>
          <a:blip r:embed="rId2">
            <a:alphaModFix/>
          </a:blip>
          <a:stretch>
            <a:fillRect/>
          </a:stretch>
        </p:blipFill>
        <p:spPr>
          <a:xfrm rot="-6116682">
            <a:off x="7763298" y="-1902613"/>
            <a:ext cx="3091851" cy="3060275"/>
          </a:xfrm>
          <a:prstGeom prst="rect">
            <a:avLst/>
          </a:prstGeom>
          <a:noFill/>
          <a:ln>
            <a:noFill/>
          </a:ln>
        </p:spPr>
      </p:pic>
      <p:pic>
        <p:nvPicPr>
          <p:cNvPr id="258" name="Google Shape;258;p25"/>
          <p:cNvPicPr preferRelativeResize="0"/>
          <p:nvPr/>
        </p:nvPicPr>
        <p:blipFill>
          <a:blip r:embed="rId3">
            <a:alphaModFix/>
          </a:blip>
          <a:stretch>
            <a:fillRect/>
          </a:stretch>
        </p:blipFill>
        <p:spPr>
          <a:xfrm rot="-1790675">
            <a:off x="-1091425" y="3570450"/>
            <a:ext cx="2524952" cy="250420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ints 4_2">
  <p:cSld name="CUSTOM_2">
    <p:spTree>
      <p:nvGrpSpPr>
        <p:cNvPr id="259" name="Shape 259"/>
        <p:cNvGrpSpPr/>
        <p:nvPr/>
      </p:nvGrpSpPr>
      <p:grpSpPr>
        <a:xfrm>
          <a:off x="0" y="0"/>
          <a:ext cx="0" cy="0"/>
          <a:chOff x="0" y="0"/>
          <a:chExt cx="0" cy="0"/>
        </a:xfrm>
      </p:grpSpPr>
      <p:sp>
        <p:nvSpPr>
          <p:cNvPr id="260" name="Google Shape;260;p26"/>
          <p:cNvSpPr/>
          <p:nvPr/>
        </p:nvSpPr>
        <p:spPr>
          <a:xfrm>
            <a:off x="3734770" y="1278900"/>
            <a:ext cx="1658390" cy="1638576"/>
          </a:xfrm>
          <a:custGeom>
            <a:rect b="b" l="l" r="r" t="t"/>
            <a:pathLst>
              <a:path extrusionOk="0" h="20851" w="21429">
                <a:moveTo>
                  <a:pt x="1" y="10736"/>
                </a:moveTo>
                <a:cubicBezTo>
                  <a:pt x="-74" y="5791"/>
                  <a:pt x="3035" y="2106"/>
                  <a:pt x="7007" y="666"/>
                </a:cubicBezTo>
                <a:cubicBezTo>
                  <a:pt x="10907" y="-749"/>
                  <a:pt x="15586" y="18"/>
                  <a:pt x="18852" y="3666"/>
                </a:cubicBezTo>
                <a:cubicBezTo>
                  <a:pt x="19974" y="4919"/>
                  <a:pt x="20705" y="6356"/>
                  <a:pt x="21094" y="7850"/>
                </a:cubicBezTo>
                <a:cubicBezTo>
                  <a:pt x="21476" y="9323"/>
                  <a:pt x="21526" y="10854"/>
                  <a:pt x="21272" y="12327"/>
                </a:cubicBezTo>
                <a:cubicBezTo>
                  <a:pt x="20780" y="15178"/>
                  <a:pt x="19147" y="17844"/>
                  <a:pt x="16446" y="19576"/>
                </a:cubicBezTo>
                <a:lnTo>
                  <a:pt x="17659" y="20851"/>
                </a:lnTo>
                <a:lnTo>
                  <a:pt x="11189" y="20851"/>
                </a:lnTo>
                <a:lnTo>
                  <a:pt x="11189" y="14426"/>
                </a:lnTo>
                <a:lnTo>
                  <a:pt x="12489" y="15726"/>
                </a:lnTo>
                <a:cubicBezTo>
                  <a:pt x="14377" y="15044"/>
                  <a:pt x="15587" y="13538"/>
                  <a:pt x="16008" y="11843"/>
                </a:cubicBezTo>
                <a:cubicBezTo>
                  <a:pt x="16411" y="10218"/>
                  <a:pt x="16091" y="8391"/>
                  <a:pt x="14774" y="6995"/>
                </a:cubicBezTo>
                <a:cubicBezTo>
                  <a:pt x="12838" y="4944"/>
                  <a:pt x="10165" y="4773"/>
                  <a:pt x="8134" y="5864"/>
                </a:cubicBezTo>
                <a:cubicBezTo>
                  <a:pt x="7076" y="6433"/>
                  <a:pt x="6213" y="7336"/>
                  <a:pt x="5717" y="8432"/>
                </a:cubicBezTo>
                <a:cubicBezTo>
                  <a:pt x="5210" y="9552"/>
                  <a:pt x="5082" y="10878"/>
                  <a:pt x="5520" y="12293"/>
                </a:cubicBezTo>
                <a:cubicBezTo>
                  <a:pt x="4660" y="11758"/>
                  <a:pt x="3725" y="11352"/>
                  <a:pt x="2745" y="11089"/>
                </a:cubicBezTo>
                <a:cubicBezTo>
                  <a:pt x="1851" y="10849"/>
                  <a:pt x="928" y="10730"/>
                  <a:pt x="1" y="10736"/>
                </a:cubicBezTo>
                <a:close/>
              </a:path>
            </a:pathLst>
          </a:custGeom>
          <a:solidFill>
            <a:schemeClr val="accent2"/>
          </a:solidFill>
          <a:ln>
            <a:noFill/>
          </a:ln>
        </p:spPr>
        <p:txBody>
          <a:bodyPr anchorCtr="0" anchor="ctr" bIns="19050" lIns="19050" spcFirstLastPara="1" rIns="19050" wrap="square" tIns="19050">
            <a:noAutofit/>
          </a:bodyPr>
          <a:lstStyle/>
          <a:p>
            <a:pPr indent="0" lvl="0" marL="0" marR="0" rtl="0" algn="ctr">
              <a:spcBef>
                <a:spcPts val="0"/>
              </a:spcBef>
              <a:spcAft>
                <a:spcPts val="0"/>
              </a:spcAft>
              <a:buNone/>
            </a:pPr>
            <a:r>
              <a:t/>
            </a:r>
            <a:endParaRPr sz="1200">
              <a:solidFill>
                <a:srgbClr val="000000"/>
              </a:solidFill>
              <a:latin typeface="Lato Light"/>
              <a:ea typeface="Lato Light"/>
              <a:cs typeface="Lato Light"/>
              <a:sym typeface="Lato Light"/>
            </a:endParaRPr>
          </a:p>
        </p:txBody>
      </p:sp>
      <p:sp>
        <p:nvSpPr>
          <p:cNvPr id="261" name="Google Shape;261;p26"/>
          <p:cNvSpPr txBox="1"/>
          <p:nvPr>
            <p:ph idx="1" type="subTitle"/>
          </p:nvPr>
        </p:nvSpPr>
        <p:spPr>
          <a:xfrm>
            <a:off x="6368675" y="1394975"/>
            <a:ext cx="2318400" cy="1216200"/>
          </a:xfrm>
          <a:prstGeom prst="rect">
            <a:avLst/>
          </a:prstGeom>
        </p:spPr>
        <p:txBody>
          <a:bodyPr anchorCtr="0" anchor="t" bIns="91425" lIns="91425" spcFirstLastPara="1" rIns="91425" wrap="square" tIns="91425">
            <a:normAutofit/>
          </a:bodyPr>
          <a:lstStyle>
            <a:lvl1pPr lvl="0">
              <a:spcBef>
                <a:spcPts val="0"/>
              </a:spcBef>
              <a:spcAft>
                <a:spcPts val="0"/>
              </a:spcAft>
              <a:buSzPts val="1200"/>
              <a:buFont typeface="Open Sans Medium"/>
              <a:buNone/>
              <a:defRPr sz="1200">
                <a:latin typeface="Open Sans Medium"/>
                <a:ea typeface="Open Sans Medium"/>
                <a:cs typeface="Open Sans Medium"/>
                <a:sym typeface="Open Sans Medium"/>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262" name="Google Shape;262;p26"/>
          <p:cNvSpPr/>
          <p:nvPr/>
        </p:nvSpPr>
        <p:spPr>
          <a:xfrm>
            <a:off x="2902137" y="2119803"/>
            <a:ext cx="1623326" cy="1665656"/>
          </a:xfrm>
          <a:custGeom>
            <a:rect b="b" l="l" r="r" t="t"/>
            <a:pathLst>
              <a:path extrusionOk="0" h="20867" w="21501">
                <a:moveTo>
                  <a:pt x="21501" y="3787"/>
                </a:moveTo>
                <a:lnTo>
                  <a:pt x="21501" y="9990"/>
                </a:lnTo>
                <a:lnTo>
                  <a:pt x="14929" y="9990"/>
                </a:lnTo>
                <a:lnTo>
                  <a:pt x="16281" y="8704"/>
                </a:lnTo>
                <a:cubicBezTo>
                  <a:pt x="14580" y="4140"/>
                  <a:pt x="7864" y="3920"/>
                  <a:pt x="5837" y="8362"/>
                </a:cubicBezTo>
                <a:cubicBezTo>
                  <a:pt x="4878" y="10464"/>
                  <a:pt x="5470" y="12605"/>
                  <a:pt x="6862" y="14040"/>
                </a:cubicBezTo>
                <a:cubicBezTo>
                  <a:pt x="8248" y="15468"/>
                  <a:pt x="10429" y="16200"/>
                  <a:pt x="12713" y="15502"/>
                </a:cubicBezTo>
                <a:cubicBezTo>
                  <a:pt x="12159" y="16331"/>
                  <a:pt x="11733" y="17232"/>
                  <a:pt x="11448" y="18175"/>
                </a:cubicBezTo>
                <a:cubicBezTo>
                  <a:pt x="11183" y="19051"/>
                  <a:pt x="11042" y="19956"/>
                  <a:pt x="11027" y="20867"/>
                </a:cubicBezTo>
                <a:cubicBezTo>
                  <a:pt x="7844" y="20900"/>
                  <a:pt x="4992" y="19642"/>
                  <a:pt x="2992" y="17624"/>
                </a:cubicBezTo>
                <a:cubicBezTo>
                  <a:pt x="1979" y="16603"/>
                  <a:pt x="1184" y="15386"/>
                  <a:pt x="666" y="14048"/>
                </a:cubicBezTo>
                <a:cubicBezTo>
                  <a:pt x="145" y="12705"/>
                  <a:pt x="-99" y="11235"/>
                  <a:pt x="38" y="9702"/>
                </a:cubicBezTo>
                <a:cubicBezTo>
                  <a:pt x="256" y="7262"/>
                  <a:pt x="1257" y="5184"/>
                  <a:pt x="2727" y="3588"/>
                </a:cubicBezTo>
                <a:cubicBezTo>
                  <a:pt x="4232" y="1956"/>
                  <a:pt x="6226" y="831"/>
                  <a:pt x="8406" y="316"/>
                </a:cubicBezTo>
                <a:cubicBezTo>
                  <a:pt x="12706" y="-700"/>
                  <a:pt x="17572" y="711"/>
                  <a:pt x="20335" y="4861"/>
                </a:cubicBezTo>
                <a:lnTo>
                  <a:pt x="21501" y="3787"/>
                </a:lnTo>
                <a:close/>
              </a:path>
            </a:pathLst>
          </a:custGeom>
          <a:solidFill>
            <a:schemeClr val="accent6"/>
          </a:solidFill>
          <a:ln>
            <a:noFill/>
          </a:ln>
        </p:spPr>
        <p:txBody>
          <a:bodyPr anchorCtr="0" anchor="ctr" bIns="19050" lIns="19050" spcFirstLastPara="1" rIns="19050" wrap="square" tIns="19050">
            <a:noAutofit/>
          </a:bodyPr>
          <a:lstStyle/>
          <a:p>
            <a:pPr indent="0" lvl="0" marL="0" marR="0" rtl="0" algn="ctr">
              <a:spcBef>
                <a:spcPts val="0"/>
              </a:spcBef>
              <a:spcAft>
                <a:spcPts val="0"/>
              </a:spcAft>
              <a:buNone/>
            </a:pPr>
            <a:r>
              <a:t/>
            </a:r>
            <a:endParaRPr sz="1200">
              <a:solidFill>
                <a:srgbClr val="000000"/>
              </a:solidFill>
              <a:latin typeface="Lato Light"/>
              <a:ea typeface="Lato Light"/>
              <a:cs typeface="Lato Light"/>
              <a:sym typeface="Lato Light"/>
            </a:endParaRPr>
          </a:p>
        </p:txBody>
      </p:sp>
      <p:sp>
        <p:nvSpPr>
          <p:cNvPr id="263" name="Google Shape;263;p26"/>
          <p:cNvSpPr/>
          <p:nvPr/>
        </p:nvSpPr>
        <p:spPr>
          <a:xfrm>
            <a:off x="4601972" y="2120103"/>
            <a:ext cx="1639864" cy="1665623"/>
          </a:xfrm>
          <a:custGeom>
            <a:rect b="b" l="l" r="r" t="t"/>
            <a:pathLst>
              <a:path extrusionOk="0" h="21208" w="21467">
                <a:moveTo>
                  <a:pt x="10372" y="3"/>
                </a:moveTo>
                <a:cubicBezTo>
                  <a:pt x="10348" y="975"/>
                  <a:pt x="10194" y="1941"/>
                  <a:pt x="9914" y="2875"/>
                </a:cubicBezTo>
                <a:cubicBezTo>
                  <a:pt x="9631" y="3818"/>
                  <a:pt x="9222" y="4720"/>
                  <a:pt x="8697" y="5558"/>
                </a:cubicBezTo>
                <a:cubicBezTo>
                  <a:pt x="10843" y="4811"/>
                  <a:pt x="12957" y="5403"/>
                  <a:pt x="14390" y="6707"/>
                </a:cubicBezTo>
                <a:cubicBezTo>
                  <a:pt x="15803" y="7993"/>
                  <a:pt x="16564" y="9984"/>
                  <a:pt x="15935" y="12092"/>
                </a:cubicBezTo>
                <a:cubicBezTo>
                  <a:pt x="15185" y="14609"/>
                  <a:pt x="13018" y="15950"/>
                  <a:pt x="10791" y="16004"/>
                </a:cubicBezTo>
                <a:cubicBezTo>
                  <a:pt x="9683" y="16031"/>
                  <a:pt x="8573" y="15737"/>
                  <a:pt x="7616" y="15155"/>
                </a:cubicBezTo>
                <a:cubicBezTo>
                  <a:pt x="6612" y="14545"/>
                  <a:pt x="5769" y="13615"/>
                  <a:pt x="5249" y="12354"/>
                </a:cubicBezTo>
                <a:lnTo>
                  <a:pt x="6505" y="11107"/>
                </a:lnTo>
                <a:lnTo>
                  <a:pt x="0" y="11107"/>
                </a:lnTo>
                <a:lnTo>
                  <a:pt x="0" y="17436"/>
                </a:lnTo>
                <a:lnTo>
                  <a:pt x="1358" y="16110"/>
                </a:lnTo>
                <a:cubicBezTo>
                  <a:pt x="3668" y="19863"/>
                  <a:pt x="7726" y="21521"/>
                  <a:pt x="11614" y="21159"/>
                </a:cubicBezTo>
                <a:cubicBezTo>
                  <a:pt x="13439" y="20989"/>
                  <a:pt x="15221" y="20372"/>
                  <a:pt x="16771" y="19348"/>
                </a:cubicBezTo>
                <a:cubicBezTo>
                  <a:pt x="18313" y="18329"/>
                  <a:pt x="19638" y="16901"/>
                  <a:pt x="20512" y="15040"/>
                </a:cubicBezTo>
                <a:cubicBezTo>
                  <a:pt x="21361" y="13233"/>
                  <a:pt x="21600" y="11358"/>
                  <a:pt x="21401" y="9578"/>
                </a:cubicBezTo>
                <a:cubicBezTo>
                  <a:pt x="21204" y="7817"/>
                  <a:pt x="20575" y="6137"/>
                  <a:pt x="19586" y="4691"/>
                </a:cubicBezTo>
                <a:cubicBezTo>
                  <a:pt x="17644" y="1852"/>
                  <a:pt x="14322" y="-79"/>
                  <a:pt x="10372" y="3"/>
                </a:cubicBezTo>
                <a:close/>
              </a:path>
            </a:pathLst>
          </a:custGeom>
          <a:solidFill>
            <a:schemeClr val="accent4"/>
          </a:solidFill>
          <a:ln>
            <a:noFill/>
          </a:ln>
        </p:spPr>
        <p:txBody>
          <a:bodyPr anchorCtr="0" anchor="ctr" bIns="19050" lIns="19050" spcFirstLastPara="1" rIns="19050" wrap="square" tIns="19050">
            <a:noAutofit/>
          </a:bodyPr>
          <a:lstStyle/>
          <a:p>
            <a:pPr indent="0" lvl="0" marL="0" marR="0" rtl="0" algn="l">
              <a:spcBef>
                <a:spcPts val="0"/>
              </a:spcBef>
              <a:spcAft>
                <a:spcPts val="0"/>
              </a:spcAft>
              <a:buNone/>
            </a:pPr>
            <a:r>
              <a:t/>
            </a:r>
            <a:endParaRPr sz="1300">
              <a:solidFill>
                <a:srgbClr val="7F7F7F"/>
              </a:solidFill>
              <a:latin typeface="Lato Light"/>
              <a:ea typeface="Lato Light"/>
              <a:cs typeface="Lato Light"/>
              <a:sym typeface="Lato Light"/>
            </a:endParaRPr>
          </a:p>
        </p:txBody>
      </p:sp>
      <p:sp>
        <p:nvSpPr>
          <p:cNvPr id="264" name="Google Shape;264;p26"/>
          <p:cNvSpPr/>
          <p:nvPr/>
        </p:nvSpPr>
        <p:spPr>
          <a:xfrm>
            <a:off x="3733047" y="2990677"/>
            <a:ext cx="1662404" cy="1639761"/>
          </a:xfrm>
          <a:custGeom>
            <a:rect b="b" l="l" r="r" t="t"/>
            <a:pathLst>
              <a:path extrusionOk="0" h="21446" w="21501">
                <a:moveTo>
                  <a:pt x="3765" y="0"/>
                </a:moveTo>
                <a:lnTo>
                  <a:pt x="10283" y="0"/>
                </a:lnTo>
                <a:lnTo>
                  <a:pt x="10283" y="6590"/>
                </a:lnTo>
                <a:lnTo>
                  <a:pt x="8990" y="5343"/>
                </a:lnTo>
                <a:cubicBezTo>
                  <a:pt x="7519" y="5878"/>
                  <a:pt x="6512" y="6832"/>
                  <a:pt x="5929" y="7968"/>
                </a:cubicBezTo>
                <a:cubicBezTo>
                  <a:pt x="5337" y="9121"/>
                  <a:pt x="5179" y="10464"/>
                  <a:pt x="5446" y="11727"/>
                </a:cubicBezTo>
                <a:cubicBezTo>
                  <a:pt x="5970" y="14204"/>
                  <a:pt x="8090" y="16272"/>
                  <a:pt x="11243" y="16062"/>
                </a:cubicBezTo>
                <a:cubicBezTo>
                  <a:pt x="12115" y="16003"/>
                  <a:pt x="12895" y="15724"/>
                  <a:pt x="13572" y="15302"/>
                </a:cubicBezTo>
                <a:cubicBezTo>
                  <a:pt x="14286" y="14856"/>
                  <a:pt x="14889" y="14248"/>
                  <a:pt x="15335" y="13548"/>
                </a:cubicBezTo>
                <a:cubicBezTo>
                  <a:pt x="16207" y="12178"/>
                  <a:pt x="16504" y="10431"/>
                  <a:pt x="15928" y="8703"/>
                </a:cubicBezTo>
                <a:cubicBezTo>
                  <a:pt x="16792" y="9263"/>
                  <a:pt x="17732" y="9692"/>
                  <a:pt x="18718" y="9979"/>
                </a:cubicBezTo>
                <a:cubicBezTo>
                  <a:pt x="19623" y="10242"/>
                  <a:pt x="20559" y="10383"/>
                  <a:pt x="21501" y="10396"/>
                </a:cubicBezTo>
                <a:cubicBezTo>
                  <a:pt x="21505" y="12780"/>
                  <a:pt x="20816" y="14901"/>
                  <a:pt x="19662" y="16639"/>
                </a:cubicBezTo>
                <a:cubicBezTo>
                  <a:pt x="18516" y="18366"/>
                  <a:pt x="16908" y="19721"/>
                  <a:pt x="15053" y="20543"/>
                </a:cubicBezTo>
                <a:cubicBezTo>
                  <a:pt x="13325" y="21308"/>
                  <a:pt x="11408" y="21600"/>
                  <a:pt x="9505" y="21369"/>
                </a:cubicBezTo>
                <a:cubicBezTo>
                  <a:pt x="7408" y="21114"/>
                  <a:pt x="5325" y="20227"/>
                  <a:pt x="3541" y="18603"/>
                </a:cubicBezTo>
                <a:cubicBezTo>
                  <a:pt x="2210" y="17392"/>
                  <a:pt x="1279" y="15930"/>
                  <a:pt x="702" y="14376"/>
                </a:cubicBezTo>
                <a:cubicBezTo>
                  <a:pt x="131" y="12837"/>
                  <a:pt x="-95" y="11201"/>
                  <a:pt x="36" y="9594"/>
                </a:cubicBezTo>
                <a:cubicBezTo>
                  <a:pt x="300" y="6352"/>
                  <a:pt x="2013" y="3238"/>
                  <a:pt x="5065" y="1365"/>
                </a:cubicBezTo>
                <a:lnTo>
                  <a:pt x="3765" y="0"/>
                </a:lnTo>
                <a:close/>
              </a:path>
            </a:pathLst>
          </a:custGeom>
          <a:solidFill>
            <a:srgbClr val="437DB2"/>
          </a:solidFill>
          <a:ln>
            <a:noFill/>
          </a:ln>
        </p:spPr>
        <p:txBody>
          <a:bodyPr anchorCtr="0" anchor="ctr" bIns="19050" lIns="19050" spcFirstLastPara="1" rIns="19050" wrap="square" tIns="19050">
            <a:noAutofit/>
          </a:bodyPr>
          <a:lstStyle/>
          <a:p>
            <a:pPr indent="0" lvl="0" marL="0" marR="0" rtl="0" algn="ctr">
              <a:spcBef>
                <a:spcPts val="0"/>
              </a:spcBef>
              <a:spcAft>
                <a:spcPts val="0"/>
              </a:spcAft>
              <a:buNone/>
            </a:pPr>
            <a:r>
              <a:t/>
            </a:r>
            <a:endParaRPr sz="1200">
              <a:solidFill>
                <a:srgbClr val="000000"/>
              </a:solidFill>
              <a:latin typeface="Lato Light"/>
              <a:ea typeface="Lato Light"/>
              <a:cs typeface="Lato Light"/>
              <a:sym typeface="Lato Light"/>
            </a:endParaRPr>
          </a:p>
        </p:txBody>
      </p:sp>
      <p:sp>
        <p:nvSpPr>
          <p:cNvPr id="265" name="Google Shape;265;p26"/>
          <p:cNvSpPr/>
          <p:nvPr/>
        </p:nvSpPr>
        <p:spPr>
          <a:xfrm>
            <a:off x="3736306" y="1917865"/>
            <a:ext cx="423758" cy="316332"/>
          </a:xfrm>
          <a:custGeom>
            <a:rect b="b" l="l" r="r" t="t"/>
            <a:pathLst>
              <a:path extrusionOk="0" h="21600" w="21579">
                <a:moveTo>
                  <a:pt x="21579" y="21600"/>
                </a:moveTo>
                <a:cubicBezTo>
                  <a:pt x="20965" y="19090"/>
                  <a:pt x="20631" y="16471"/>
                  <a:pt x="20586" y="13829"/>
                </a:cubicBezTo>
                <a:cubicBezTo>
                  <a:pt x="20543" y="11244"/>
                  <a:pt x="20778" y="8664"/>
                  <a:pt x="21284" y="6170"/>
                </a:cubicBezTo>
                <a:cubicBezTo>
                  <a:pt x="18128" y="4224"/>
                  <a:pt x="14832" y="2720"/>
                  <a:pt x="11448" y="1683"/>
                </a:cubicBezTo>
                <a:cubicBezTo>
                  <a:pt x="8066" y="648"/>
                  <a:pt x="4614" y="84"/>
                  <a:pt x="1146" y="0"/>
                </a:cubicBezTo>
                <a:cubicBezTo>
                  <a:pt x="743" y="2263"/>
                  <a:pt x="445" y="4557"/>
                  <a:pt x="254" y="6870"/>
                </a:cubicBezTo>
                <a:cubicBezTo>
                  <a:pt x="62" y="9193"/>
                  <a:pt x="-21" y="11531"/>
                  <a:pt x="5" y="13868"/>
                </a:cubicBezTo>
                <a:cubicBezTo>
                  <a:pt x="3936" y="13809"/>
                  <a:pt x="7854" y="14499"/>
                  <a:pt x="11642" y="15919"/>
                </a:cubicBezTo>
                <a:cubicBezTo>
                  <a:pt x="15124" y="17224"/>
                  <a:pt x="18464" y="19134"/>
                  <a:pt x="21579" y="21600"/>
                </a:cubicBezTo>
                <a:close/>
              </a:path>
            </a:pathLst>
          </a:custGeom>
          <a:solidFill>
            <a:schemeClr val="accent1"/>
          </a:solidFill>
          <a:ln>
            <a:noFill/>
          </a:ln>
        </p:spPr>
        <p:txBody>
          <a:bodyPr anchorCtr="0" anchor="ctr" bIns="19050" lIns="19050" spcFirstLastPara="1" rIns="19050" wrap="square" tIns="19050">
            <a:noAutofit/>
          </a:bodyPr>
          <a:lstStyle/>
          <a:p>
            <a:pPr indent="0" lvl="0" marL="0" marR="0" rtl="0" algn="l">
              <a:spcBef>
                <a:spcPts val="0"/>
              </a:spcBef>
              <a:spcAft>
                <a:spcPts val="0"/>
              </a:spcAft>
              <a:buNone/>
            </a:pPr>
            <a:r>
              <a:t/>
            </a:r>
            <a:endParaRPr sz="1300">
              <a:solidFill>
                <a:srgbClr val="7F7F7F"/>
              </a:solidFill>
              <a:latin typeface="Lato Light"/>
              <a:ea typeface="Lato Light"/>
              <a:cs typeface="Lato Light"/>
              <a:sym typeface="Lato Light"/>
            </a:endParaRPr>
          </a:p>
        </p:txBody>
      </p:sp>
      <p:sp>
        <p:nvSpPr>
          <p:cNvPr id="266" name="Google Shape;266;p26"/>
          <p:cNvSpPr/>
          <p:nvPr/>
        </p:nvSpPr>
        <p:spPr>
          <a:xfrm>
            <a:off x="3532785" y="3357930"/>
            <a:ext cx="325512" cy="426509"/>
          </a:xfrm>
          <a:custGeom>
            <a:rect b="b" l="l" r="r" t="t"/>
            <a:pathLst>
              <a:path extrusionOk="0" h="21579" w="21600">
                <a:moveTo>
                  <a:pt x="21600" y="0"/>
                </a:moveTo>
                <a:cubicBezTo>
                  <a:pt x="19109" y="597"/>
                  <a:pt x="16522" y="932"/>
                  <a:pt x="13913" y="995"/>
                </a:cubicBezTo>
                <a:cubicBezTo>
                  <a:pt x="11327" y="1058"/>
                  <a:pt x="8742" y="853"/>
                  <a:pt x="6227" y="387"/>
                </a:cubicBezTo>
                <a:cubicBezTo>
                  <a:pt x="4357" y="3529"/>
                  <a:pt x="2888" y="6802"/>
                  <a:pt x="1843" y="10161"/>
                </a:cubicBezTo>
                <a:cubicBezTo>
                  <a:pt x="803" y="13498"/>
                  <a:pt x="186" y="16905"/>
                  <a:pt x="0" y="20333"/>
                </a:cubicBezTo>
                <a:cubicBezTo>
                  <a:pt x="2248" y="20780"/>
                  <a:pt x="4534" y="21109"/>
                  <a:pt x="6842" y="21316"/>
                </a:cubicBezTo>
                <a:cubicBezTo>
                  <a:pt x="9039" y="21513"/>
                  <a:pt x="11250" y="21600"/>
                  <a:pt x="13462" y="21575"/>
                </a:cubicBezTo>
                <a:cubicBezTo>
                  <a:pt x="13546" y="17890"/>
                  <a:pt x="14247" y="14228"/>
                  <a:pt x="15549" y="10679"/>
                </a:cubicBezTo>
                <a:cubicBezTo>
                  <a:pt x="16926" y="6926"/>
                  <a:pt x="18961" y="3334"/>
                  <a:pt x="21600" y="0"/>
                </a:cubicBezTo>
                <a:close/>
              </a:path>
            </a:pathLst>
          </a:custGeom>
          <a:solidFill>
            <a:schemeClr val="accent5"/>
          </a:solidFill>
          <a:ln>
            <a:noFill/>
          </a:ln>
        </p:spPr>
        <p:txBody>
          <a:bodyPr anchorCtr="0" anchor="ctr" bIns="19050" lIns="19050" spcFirstLastPara="1" rIns="19050" wrap="square" tIns="19050">
            <a:noAutofit/>
          </a:bodyPr>
          <a:lstStyle/>
          <a:p>
            <a:pPr indent="0" lvl="0" marL="0" marR="0" rtl="0" algn="l">
              <a:spcBef>
                <a:spcPts val="0"/>
              </a:spcBef>
              <a:spcAft>
                <a:spcPts val="0"/>
              </a:spcAft>
              <a:buNone/>
            </a:pPr>
            <a:r>
              <a:t/>
            </a:r>
            <a:endParaRPr sz="1300">
              <a:solidFill>
                <a:srgbClr val="7F7F7F"/>
              </a:solidFill>
              <a:latin typeface="Lato Light"/>
              <a:ea typeface="Lato Light"/>
              <a:cs typeface="Lato Light"/>
              <a:sym typeface="Lato Light"/>
            </a:endParaRPr>
          </a:p>
        </p:txBody>
      </p:sp>
      <p:sp>
        <p:nvSpPr>
          <p:cNvPr id="267" name="Google Shape;267;p26"/>
          <p:cNvSpPr/>
          <p:nvPr/>
        </p:nvSpPr>
        <p:spPr>
          <a:xfrm>
            <a:off x="4965248" y="3654331"/>
            <a:ext cx="427165" cy="337446"/>
          </a:xfrm>
          <a:custGeom>
            <a:rect b="b" l="l" r="r" t="t"/>
            <a:pathLst>
              <a:path extrusionOk="0" h="21600" w="21574">
                <a:moveTo>
                  <a:pt x="21568" y="8485"/>
                </a:moveTo>
                <a:cubicBezTo>
                  <a:pt x="21600" y="10739"/>
                  <a:pt x="21515" y="12993"/>
                  <a:pt x="21313" y="15232"/>
                </a:cubicBezTo>
                <a:cubicBezTo>
                  <a:pt x="21120" y="17377"/>
                  <a:pt x="20820" y="19504"/>
                  <a:pt x="20415" y="21600"/>
                </a:cubicBezTo>
                <a:cubicBezTo>
                  <a:pt x="17022" y="21426"/>
                  <a:pt x="13651" y="20820"/>
                  <a:pt x="10352" y="19792"/>
                </a:cubicBezTo>
                <a:cubicBezTo>
                  <a:pt x="7008" y="18749"/>
                  <a:pt x="3756" y="17277"/>
                  <a:pt x="646" y="15398"/>
                </a:cubicBezTo>
                <a:cubicBezTo>
                  <a:pt x="1044" y="12939"/>
                  <a:pt x="1202" y="10426"/>
                  <a:pt x="1114" y="7918"/>
                </a:cubicBezTo>
                <a:cubicBezTo>
                  <a:pt x="1020" y="5228"/>
                  <a:pt x="646" y="2565"/>
                  <a:pt x="0" y="0"/>
                </a:cubicBezTo>
                <a:cubicBezTo>
                  <a:pt x="3333" y="2760"/>
                  <a:pt x="6962" y="4892"/>
                  <a:pt x="10774" y="6331"/>
                </a:cubicBezTo>
                <a:cubicBezTo>
                  <a:pt x="14281" y="7655"/>
                  <a:pt x="17911" y="8379"/>
                  <a:pt x="21568" y="8485"/>
                </a:cubicBezTo>
                <a:close/>
              </a:path>
            </a:pathLst>
          </a:custGeom>
          <a:solidFill>
            <a:srgbClr val="325D85"/>
          </a:solidFill>
          <a:ln>
            <a:noFill/>
          </a:ln>
        </p:spPr>
        <p:txBody>
          <a:bodyPr anchorCtr="0" anchor="ctr" bIns="19050" lIns="19050" spcFirstLastPara="1" rIns="19050" wrap="square" tIns="19050">
            <a:noAutofit/>
          </a:bodyPr>
          <a:lstStyle/>
          <a:p>
            <a:pPr indent="0" lvl="0" marL="0" marR="0" rtl="0" algn="l">
              <a:spcBef>
                <a:spcPts val="0"/>
              </a:spcBef>
              <a:spcAft>
                <a:spcPts val="0"/>
              </a:spcAft>
              <a:buNone/>
            </a:pPr>
            <a:r>
              <a:t/>
            </a:r>
            <a:endParaRPr sz="1300">
              <a:solidFill>
                <a:srgbClr val="7F7F7F"/>
              </a:solidFill>
              <a:latin typeface="Lato Light"/>
              <a:ea typeface="Lato Light"/>
              <a:cs typeface="Lato Light"/>
              <a:sym typeface="Lato Light"/>
            </a:endParaRPr>
          </a:p>
        </p:txBody>
      </p:sp>
      <p:sp>
        <p:nvSpPr>
          <p:cNvPr id="268" name="Google Shape;268;p26"/>
          <p:cNvSpPr/>
          <p:nvPr/>
        </p:nvSpPr>
        <p:spPr>
          <a:xfrm>
            <a:off x="5263221" y="2119823"/>
            <a:ext cx="332640" cy="436981"/>
          </a:xfrm>
          <a:custGeom>
            <a:rect b="b" l="l" r="r" t="t"/>
            <a:pathLst>
              <a:path extrusionOk="0" h="21566" w="21600">
                <a:moveTo>
                  <a:pt x="21600" y="971"/>
                </a:moveTo>
                <a:cubicBezTo>
                  <a:pt x="21515" y="4369"/>
                  <a:pt x="20965" y="7751"/>
                  <a:pt x="19961" y="11062"/>
                </a:cubicBezTo>
                <a:cubicBezTo>
                  <a:pt x="18948" y="14404"/>
                  <a:pt x="17476" y="17656"/>
                  <a:pt x="15571" y="20764"/>
                </a:cubicBezTo>
                <a:cubicBezTo>
                  <a:pt x="13115" y="20381"/>
                  <a:pt x="10605" y="20240"/>
                  <a:pt x="8102" y="20343"/>
                </a:cubicBezTo>
                <a:cubicBezTo>
                  <a:pt x="5339" y="20458"/>
                  <a:pt x="2612" y="20869"/>
                  <a:pt x="0" y="21566"/>
                </a:cubicBezTo>
                <a:cubicBezTo>
                  <a:pt x="2626" y="18367"/>
                  <a:pt x="4673" y="14912"/>
                  <a:pt x="6083" y="11294"/>
                </a:cubicBezTo>
                <a:cubicBezTo>
                  <a:pt x="7509" y="7635"/>
                  <a:pt x="8272" y="3844"/>
                  <a:pt x="8350" y="27"/>
                </a:cubicBezTo>
                <a:cubicBezTo>
                  <a:pt x="10487" y="-34"/>
                  <a:pt x="12628" y="8"/>
                  <a:pt x="14759" y="151"/>
                </a:cubicBezTo>
                <a:cubicBezTo>
                  <a:pt x="17061" y="306"/>
                  <a:pt x="19346" y="580"/>
                  <a:pt x="21600" y="971"/>
                </a:cubicBezTo>
                <a:close/>
              </a:path>
            </a:pathLst>
          </a:custGeom>
          <a:solidFill>
            <a:schemeClr val="accent4"/>
          </a:solidFill>
          <a:ln>
            <a:noFill/>
          </a:ln>
        </p:spPr>
        <p:txBody>
          <a:bodyPr anchorCtr="0" anchor="ctr" bIns="19050" lIns="19050" spcFirstLastPara="1" rIns="19050" wrap="square" tIns="19050">
            <a:noAutofit/>
          </a:bodyPr>
          <a:lstStyle/>
          <a:p>
            <a:pPr indent="0" lvl="0" marL="0" marR="0" rtl="0" algn="l">
              <a:spcBef>
                <a:spcPts val="0"/>
              </a:spcBef>
              <a:spcAft>
                <a:spcPts val="0"/>
              </a:spcAft>
              <a:buNone/>
            </a:pPr>
            <a:r>
              <a:t/>
            </a:r>
            <a:endParaRPr sz="1300">
              <a:solidFill>
                <a:srgbClr val="7F7F7F"/>
              </a:solidFill>
              <a:latin typeface="Lato Light"/>
              <a:ea typeface="Lato Light"/>
              <a:cs typeface="Lato Light"/>
              <a:sym typeface="Lato Light"/>
            </a:endParaRPr>
          </a:p>
        </p:txBody>
      </p:sp>
      <p:sp>
        <p:nvSpPr>
          <p:cNvPr id="269" name="Google Shape;269;p26"/>
          <p:cNvSpPr txBox="1"/>
          <p:nvPr/>
        </p:nvSpPr>
        <p:spPr>
          <a:xfrm>
            <a:off x="4418481" y="1943276"/>
            <a:ext cx="320700" cy="265500"/>
          </a:xfrm>
          <a:prstGeom prst="rect">
            <a:avLst/>
          </a:prstGeom>
          <a:noFill/>
          <a:ln>
            <a:noFill/>
          </a:ln>
        </p:spPr>
        <p:txBody>
          <a:bodyPr anchorCtr="0" anchor="ctr" bIns="17150" lIns="34300" spcFirstLastPara="1" rIns="34300" wrap="square" tIns="17150">
            <a:noAutofit/>
          </a:bodyPr>
          <a:lstStyle/>
          <a:p>
            <a:pPr indent="0" lvl="0" marL="0" marR="0" rtl="0" algn="ctr">
              <a:spcBef>
                <a:spcPts val="0"/>
              </a:spcBef>
              <a:spcAft>
                <a:spcPts val="0"/>
              </a:spcAft>
              <a:buNone/>
            </a:pPr>
            <a:r>
              <a:rPr b="1" lang="en-GB" sz="1500">
                <a:solidFill>
                  <a:schemeClr val="dk2"/>
                </a:solidFill>
                <a:latin typeface="Montserrat"/>
                <a:ea typeface="Montserrat"/>
                <a:cs typeface="Montserrat"/>
                <a:sym typeface="Montserrat"/>
              </a:rPr>
              <a:t>01</a:t>
            </a:r>
            <a:endParaRPr b="1" sz="1500">
              <a:solidFill>
                <a:schemeClr val="dk2"/>
              </a:solidFill>
              <a:latin typeface="Montserrat"/>
              <a:ea typeface="Montserrat"/>
              <a:cs typeface="Montserrat"/>
              <a:sym typeface="Montserrat"/>
            </a:endParaRPr>
          </a:p>
        </p:txBody>
      </p:sp>
      <p:sp>
        <p:nvSpPr>
          <p:cNvPr id="270" name="Google Shape;270;p26"/>
          <p:cNvSpPr txBox="1"/>
          <p:nvPr/>
        </p:nvSpPr>
        <p:spPr>
          <a:xfrm>
            <a:off x="4387426" y="3677818"/>
            <a:ext cx="378300" cy="265500"/>
          </a:xfrm>
          <a:prstGeom prst="rect">
            <a:avLst/>
          </a:prstGeom>
          <a:noFill/>
          <a:ln>
            <a:noFill/>
          </a:ln>
        </p:spPr>
        <p:txBody>
          <a:bodyPr anchorCtr="0" anchor="ctr" bIns="17150" lIns="34300" spcFirstLastPara="1" rIns="34300" wrap="square" tIns="17150">
            <a:noAutofit/>
          </a:bodyPr>
          <a:lstStyle/>
          <a:p>
            <a:pPr indent="0" lvl="0" marL="0" marR="0" rtl="0" algn="ctr">
              <a:spcBef>
                <a:spcPts val="0"/>
              </a:spcBef>
              <a:spcAft>
                <a:spcPts val="0"/>
              </a:spcAft>
              <a:buNone/>
            </a:pPr>
            <a:r>
              <a:rPr b="1" lang="en-GB" sz="1500">
                <a:solidFill>
                  <a:schemeClr val="dk2"/>
                </a:solidFill>
                <a:latin typeface="Montserrat"/>
                <a:ea typeface="Montserrat"/>
                <a:cs typeface="Montserrat"/>
                <a:sym typeface="Montserrat"/>
              </a:rPr>
              <a:t>03</a:t>
            </a:r>
            <a:endParaRPr b="1" sz="1500">
              <a:solidFill>
                <a:schemeClr val="dk2"/>
              </a:solidFill>
              <a:latin typeface="Montserrat"/>
              <a:ea typeface="Montserrat"/>
              <a:cs typeface="Montserrat"/>
              <a:sym typeface="Montserrat"/>
            </a:endParaRPr>
          </a:p>
        </p:txBody>
      </p:sp>
      <p:sp>
        <p:nvSpPr>
          <p:cNvPr id="271" name="Google Shape;271;p26"/>
          <p:cNvSpPr txBox="1"/>
          <p:nvPr/>
        </p:nvSpPr>
        <p:spPr>
          <a:xfrm>
            <a:off x="5244434" y="2819875"/>
            <a:ext cx="370200" cy="265500"/>
          </a:xfrm>
          <a:prstGeom prst="rect">
            <a:avLst/>
          </a:prstGeom>
          <a:noFill/>
          <a:ln>
            <a:noFill/>
          </a:ln>
        </p:spPr>
        <p:txBody>
          <a:bodyPr anchorCtr="0" anchor="ctr" bIns="17150" lIns="34300" spcFirstLastPara="1" rIns="34300" wrap="square" tIns="17150">
            <a:noAutofit/>
          </a:bodyPr>
          <a:lstStyle/>
          <a:p>
            <a:pPr indent="0" lvl="0" marL="0" marR="0" rtl="0" algn="ctr">
              <a:spcBef>
                <a:spcPts val="0"/>
              </a:spcBef>
              <a:spcAft>
                <a:spcPts val="0"/>
              </a:spcAft>
              <a:buNone/>
            </a:pPr>
            <a:r>
              <a:rPr b="1" lang="en-GB" sz="1500">
                <a:solidFill>
                  <a:schemeClr val="dk2"/>
                </a:solidFill>
                <a:latin typeface="Montserrat"/>
                <a:ea typeface="Montserrat"/>
                <a:cs typeface="Montserrat"/>
                <a:sym typeface="Montserrat"/>
              </a:rPr>
              <a:t>02</a:t>
            </a:r>
            <a:endParaRPr b="1" sz="1500">
              <a:solidFill>
                <a:schemeClr val="dk2"/>
              </a:solidFill>
              <a:latin typeface="Montserrat"/>
              <a:ea typeface="Montserrat"/>
              <a:cs typeface="Montserrat"/>
              <a:sym typeface="Montserrat"/>
            </a:endParaRPr>
          </a:p>
        </p:txBody>
      </p:sp>
      <p:sp>
        <p:nvSpPr>
          <p:cNvPr id="272" name="Google Shape;272;p26"/>
          <p:cNvSpPr txBox="1"/>
          <p:nvPr/>
        </p:nvSpPr>
        <p:spPr>
          <a:xfrm>
            <a:off x="3497093" y="2819875"/>
            <a:ext cx="396900" cy="265500"/>
          </a:xfrm>
          <a:prstGeom prst="rect">
            <a:avLst/>
          </a:prstGeom>
          <a:noFill/>
          <a:ln>
            <a:noFill/>
          </a:ln>
        </p:spPr>
        <p:txBody>
          <a:bodyPr anchorCtr="0" anchor="ctr" bIns="17150" lIns="34300" spcFirstLastPara="1" rIns="34300" wrap="square" tIns="17150">
            <a:noAutofit/>
          </a:bodyPr>
          <a:lstStyle/>
          <a:p>
            <a:pPr indent="0" lvl="0" marL="0" marR="0" rtl="0" algn="ctr">
              <a:spcBef>
                <a:spcPts val="0"/>
              </a:spcBef>
              <a:spcAft>
                <a:spcPts val="0"/>
              </a:spcAft>
              <a:buNone/>
            </a:pPr>
            <a:r>
              <a:rPr b="1" lang="en-GB" sz="1500">
                <a:solidFill>
                  <a:schemeClr val="dk2"/>
                </a:solidFill>
                <a:latin typeface="Montserrat"/>
                <a:ea typeface="Montserrat"/>
                <a:cs typeface="Montserrat"/>
                <a:sym typeface="Montserrat"/>
              </a:rPr>
              <a:t>04</a:t>
            </a:r>
            <a:endParaRPr b="1" sz="1500">
              <a:solidFill>
                <a:schemeClr val="dk2"/>
              </a:solidFill>
              <a:latin typeface="Montserrat"/>
              <a:ea typeface="Montserrat"/>
              <a:cs typeface="Montserrat"/>
              <a:sym typeface="Montserrat"/>
            </a:endParaRPr>
          </a:p>
        </p:txBody>
      </p:sp>
      <p:sp>
        <p:nvSpPr>
          <p:cNvPr id="273" name="Google Shape;273;p26"/>
          <p:cNvSpPr txBox="1"/>
          <p:nvPr>
            <p:ph idx="2" type="subTitle"/>
          </p:nvPr>
        </p:nvSpPr>
        <p:spPr>
          <a:xfrm>
            <a:off x="6368675" y="3321975"/>
            <a:ext cx="2318400" cy="1216200"/>
          </a:xfrm>
          <a:prstGeom prst="rect">
            <a:avLst/>
          </a:prstGeom>
        </p:spPr>
        <p:txBody>
          <a:bodyPr anchorCtr="0" anchor="t" bIns="91425" lIns="91425" spcFirstLastPara="1" rIns="91425" wrap="square" tIns="91425">
            <a:normAutofit/>
          </a:bodyPr>
          <a:lstStyle>
            <a:lvl1pPr lvl="0">
              <a:spcBef>
                <a:spcPts val="0"/>
              </a:spcBef>
              <a:spcAft>
                <a:spcPts val="0"/>
              </a:spcAft>
              <a:buSzPts val="1200"/>
              <a:buFont typeface="Open Sans Medium"/>
              <a:buNone/>
              <a:defRPr sz="1200">
                <a:latin typeface="Open Sans Medium"/>
                <a:ea typeface="Open Sans Medium"/>
                <a:cs typeface="Open Sans Medium"/>
                <a:sym typeface="Open Sans Medium"/>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274" name="Google Shape;274;p26"/>
          <p:cNvSpPr txBox="1"/>
          <p:nvPr>
            <p:ph idx="3" type="subTitle"/>
          </p:nvPr>
        </p:nvSpPr>
        <p:spPr>
          <a:xfrm>
            <a:off x="470725" y="1394975"/>
            <a:ext cx="2318400" cy="1216200"/>
          </a:xfrm>
          <a:prstGeom prst="rect">
            <a:avLst/>
          </a:prstGeom>
        </p:spPr>
        <p:txBody>
          <a:bodyPr anchorCtr="0" anchor="t" bIns="91425" lIns="91425" spcFirstLastPara="1" rIns="91425" wrap="square" tIns="91425">
            <a:normAutofit/>
          </a:bodyPr>
          <a:lstStyle>
            <a:lvl1pPr lvl="0" algn="r">
              <a:spcBef>
                <a:spcPts val="0"/>
              </a:spcBef>
              <a:spcAft>
                <a:spcPts val="0"/>
              </a:spcAft>
              <a:buSzPts val="1200"/>
              <a:buFont typeface="Open Sans Medium"/>
              <a:buNone/>
              <a:defRPr sz="1200">
                <a:latin typeface="Open Sans Medium"/>
                <a:ea typeface="Open Sans Medium"/>
                <a:cs typeface="Open Sans Medium"/>
                <a:sym typeface="Open Sans Medium"/>
              </a:defRPr>
            </a:lvl1pPr>
            <a:lvl2pPr lvl="1" algn="r">
              <a:spcBef>
                <a:spcPts val="0"/>
              </a:spcBef>
              <a:spcAft>
                <a:spcPts val="0"/>
              </a:spcAft>
              <a:buSzPts val="1800"/>
              <a:buNone/>
              <a:defRPr/>
            </a:lvl2pPr>
            <a:lvl3pPr lvl="2" algn="r">
              <a:spcBef>
                <a:spcPts val="0"/>
              </a:spcBef>
              <a:spcAft>
                <a:spcPts val="0"/>
              </a:spcAft>
              <a:buSzPts val="1800"/>
              <a:buNone/>
              <a:defRPr/>
            </a:lvl3pPr>
            <a:lvl4pPr lvl="3" algn="r">
              <a:spcBef>
                <a:spcPts val="0"/>
              </a:spcBef>
              <a:spcAft>
                <a:spcPts val="0"/>
              </a:spcAft>
              <a:buSzPts val="1800"/>
              <a:buNone/>
              <a:defRPr/>
            </a:lvl4pPr>
            <a:lvl5pPr lvl="4" algn="r">
              <a:spcBef>
                <a:spcPts val="0"/>
              </a:spcBef>
              <a:spcAft>
                <a:spcPts val="0"/>
              </a:spcAft>
              <a:buSzPts val="1800"/>
              <a:buNone/>
              <a:defRPr/>
            </a:lvl5pPr>
            <a:lvl6pPr lvl="5" algn="r">
              <a:spcBef>
                <a:spcPts val="0"/>
              </a:spcBef>
              <a:spcAft>
                <a:spcPts val="0"/>
              </a:spcAft>
              <a:buSzPts val="1800"/>
              <a:buNone/>
              <a:defRPr/>
            </a:lvl6pPr>
            <a:lvl7pPr lvl="6" algn="r">
              <a:spcBef>
                <a:spcPts val="0"/>
              </a:spcBef>
              <a:spcAft>
                <a:spcPts val="0"/>
              </a:spcAft>
              <a:buSzPts val="1800"/>
              <a:buNone/>
              <a:defRPr/>
            </a:lvl7pPr>
            <a:lvl8pPr lvl="7" algn="r">
              <a:spcBef>
                <a:spcPts val="0"/>
              </a:spcBef>
              <a:spcAft>
                <a:spcPts val="0"/>
              </a:spcAft>
              <a:buSzPts val="1800"/>
              <a:buNone/>
              <a:defRPr/>
            </a:lvl8pPr>
            <a:lvl9pPr lvl="8" algn="r">
              <a:spcBef>
                <a:spcPts val="0"/>
              </a:spcBef>
              <a:spcAft>
                <a:spcPts val="0"/>
              </a:spcAft>
              <a:buSzPts val="1800"/>
              <a:buNone/>
              <a:defRPr/>
            </a:lvl9pPr>
          </a:lstStyle>
          <a:p/>
        </p:txBody>
      </p:sp>
      <p:sp>
        <p:nvSpPr>
          <p:cNvPr id="275" name="Google Shape;275;p26"/>
          <p:cNvSpPr txBox="1"/>
          <p:nvPr>
            <p:ph idx="4" type="subTitle"/>
          </p:nvPr>
        </p:nvSpPr>
        <p:spPr>
          <a:xfrm>
            <a:off x="470725" y="3321975"/>
            <a:ext cx="2318400" cy="1216200"/>
          </a:xfrm>
          <a:prstGeom prst="rect">
            <a:avLst/>
          </a:prstGeom>
        </p:spPr>
        <p:txBody>
          <a:bodyPr anchorCtr="0" anchor="t" bIns="91425" lIns="91425" spcFirstLastPara="1" rIns="91425" wrap="square" tIns="91425">
            <a:normAutofit/>
          </a:bodyPr>
          <a:lstStyle>
            <a:lvl1pPr lvl="0" algn="r">
              <a:spcBef>
                <a:spcPts val="0"/>
              </a:spcBef>
              <a:spcAft>
                <a:spcPts val="0"/>
              </a:spcAft>
              <a:buSzPts val="1200"/>
              <a:buFont typeface="Open Sans Medium"/>
              <a:buNone/>
              <a:defRPr sz="1200">
                <a:latin typeface="Open Sans Medium"/>
                <a:ea typeface="Open Sans Medium"/>
                <a:cs typeface="Open Sans Medium"/>
                <a:sym typeface="Open Sans Medium"/>
              </a:defRPr>
            </a:lvl1pPr>
            <a:lvl2pPr lvl="1" algn="r">
              <a:spcBef>
                <a:spcPts val="0"/>
              </a:spcBef>
              <a:spcAft>
                <a:spcPts val="0"/>
              </a:spcAft>
              <a:buSzPts val="1800"/>
              <a:buNone/>
              <a:defRPr/>
            </a:lvl2pPr>
            <a:lvl3pPr lvl="2" algn="r">
              <a:spcBef>
                <a:spcPts val="0"/>
              </a:spcBef>
              <a:spcAft>
                <a:spcPts val="0"/>
              </a:spcAft>
              <a:buSzPts val="1800"/>
              <a:buNone/>
              <a:defRPr/>
            </a:lvl3pPr>
            <a:lvl4pPr lvl="3" algn="r">
              <a:spcBef>
                <a:spcPts val="0"/>
              </a:spcBef>
              <a:spcAft>
                <a:spcPts val="0"/>
              </a:spcAft>
              <a:buSzPts val="1800"/>
              <a:buNone/>
              <a:defRPr/>
            </a:lvl4pPr>
            <a:lvl5pPr lvl="4" algn="r">
              <a:spcBef>
                <a:spcPts val="0"/>
              </a:spcBef>
              <a:spcAft>
                <a:spcPts val="0"/>
              </a:spcAft>
              <a:buSzPts val="1800"/>
              <a:buNone/>
              <a:defRPr/>
            </a:lvl5pPr>
            <a:lvl6pPr lvl="5" algn="r">
              <a:spcBef>
                <a:spcPts val="0"/>
              </a:spcBef>
              <a:spcAft>
                <a:spcPts val="0"/>
              </a:spcAft>
              <a:buSzPts val="1800"/>
              <a:buNone/>
              <a:defRPr/>
            </a:lvl6pPr>
            <a:lvl7pPr lvl="6" algn="r">
              <a:spcBef>
                <a:spcPts val="0"/>
              </a:spcBef>
              <a:spcAft>
                <a:spcPts val="0"/>
              </a:spcAft>
              <a:buSzPts val="1800"/>
              <a:buNone/>
              <a:defRPr/>
            </a:lvl7pPr>
            <a:lvl8pPr lvl="7" algn="r">
              <a:spcBef>
                <a:spcPts val="0"/>
              </a:spcBef>
              <a:spcAft>
                <a:spcPts val="0"/>
              </a:spcAft>
              <a:buSzPts val="1800"/>
              <a:buNone/>
              <a:defRPr/>
            </a:lvl8pPr>
            <a:lvl9pPr lvl="8" algn="r">
              <a:spcBef>
                <a:spcPts val="0"/>
              </a:spcBef>
              <a:spcAft>
                <a:spcPts val="0"/>
              </a:spcAft>
              <a:buSzPts val="1800"/>
              <a:buNone/>
              <a:defRPr/>
            </a:lvl9pPr>
          </a:lstStyle>
          <a:p/>
        </p:txBody>
      </p:sp>
      <p:sp>
        <p:nvSpPr>
          <p:cNvPr id="276" name="Google Shape;276;p26"/>
          <p:cNvSpPr txBox="1"/>
          <p:nvPr>
            <p:ph type="title"/>
          </p:nvPr>
        </p:nvSpPr>
        <p:spPr>
          <a:xfrm>
            <a:off x="1245150" y="401725"/>
            <a:ext cx="6653700" cy="423600"/>
          </a:xfrm>
          <a:prstGeom prst="rect">
            <a:avLst/>
          </a:prstGeom>
        </p:spPr>
        <p:txBody>
          <a:bodyPr anchorCtr="0" anchor="ctr" bIns="34275" lIns="34275" spcFirstLastPara="1" rIns="34275" wrap="square" tIns="34275">
            <a:noAutofit/>
          </a:bodyPr>
          <a:lstStyle>
            <a:lvl1pPr lvl="0" algn="ctr">
              <a:spcBef>
                <a:spcPts val="0"/>
              </a:spcBef>
              <a:spcAft>
                <a:spcPts val="0"/>
              </a:spcAft>
              <a:buSzPts val="2400"/>
              <a:buNone/>
              <a:defRPr sz="2400"/>
            </a:lvl1pPr>
            <a:lvl2pPr lvl="1">
              <a:spcBef>
                <a:spcPts val="0"/>
              </a:spcBef>
              <a:spcAft>
                <a:spcPts val="0"/>
              </a:spcAft>
              <a:buSzPts val="500"/>
              <a:buNone/>
              <a:defRPr>
                <a:latin typeface="Lato Light"/>
                <a:ea typeface="Lato Light"/>
                <a:cs typeface="Lato Light"/>
                <a:sym typeface="Lato Light"/>
              </a:defRPr>
            </a:lvl2pPr>
            <a:lvl3pPr lvl="2">
              <a:spcBef>
                <a:spcPts val="0"/>
              </a:spcBef>
              <a:spcAft>
                <a:spcPts val="0"/>
              </a:spcAft>
              <a:buSzPts val="500"/>
              <a:buNone/>
              <a:defRPr>
                <a:latin typeface="Lato Light"/>
                <a:ea typeface="Lato Light"/>
                <a:cs typeface="Lato Light"/>
                <a:sym typeface="Lato Light"/>
              </a:defRPr>
            </a:lvl3pPr>
            <a:lvl4pPr lvl="3">
              <a:spcBef>
                <a:spcPts val="0"/>
              </a:spcBef>
              <a:spcAft>
                <a:spcPts val="0"/>
              </a:spcAft>
              <a:buSzPts val="500"/>
              <a:buNone/>
              <a:defRPr>
                <a:latin typeface="Lato Light"/>
                <a:ea typeface="Lato Light"/>
                <a:cs typeface="Lato Light"/>
                <a:sym typeface="Lato Light"/>
              </a:defRPr>
            </a:lvl4pPr>
            <a:lvl5pPr lvl="4">
              <a:spcBef>
                <a:spcPts val="0"/>
              </a:spcBef>
              <a:spcAft>
                <a:spcPts val="0"/>
              </a:spcAft>
              <a:buSzPts val="500"/>
              <a:buNone/>
              <a:defRPr>
                <a:latin typeface="Lato Light"/>
                <a:ea typeface="Lato Light"/>
                <a:cs typeface="Lato Light"/>
                <a:sym typeface="Lato Light"/>
              </a:defRPr>
            </a:lvl5pPr>
            <a:lvl6pPr lvl="5">
              <a:spcBef>
                <a:spcPts val="0"/>
              </a:spcBef>
              <a:spcAft>
                <a:spcPts val="0"/>
              </a:spcAft>
              <a:buSzPts val="500"/>
              <a:buNone/>
              <a:defRPr>
                <a:latin typeface="Lato Light"/>
                <a:ea typeface="Lato Light"/>
                <a:cs typeface="Lato Light"/>
                <a:sym typeface="Lato Light"/>
              </a:defRPr>
            </a:lvl6pPr>
            <a:lvl7pPr lvl="6">
              <a:spcBef>
                <a:spcPts val="0"/>
              </a:spcBef>
              <a:spcAft>
                <a:spcPts val="0"/>
              </a:spcAft>
              <a:buSzPts val="500"/>
              <a:buNone/>
              <a:defRPr>
                <a:latin typeface="Lato Light"/>
                <a:ea typeface="Lato Light"/>
                <a:cs typeface="Lato Light"/>
                <a:sym typeface="Lato Light"/>
              </a:defRPr>
            </a:lvl7pPr>
            <a:lvl8pPr lvl="7">
              <a:spcBef>
                <a:spcPts val="0"/>
              </a:spcBef>
              <a:spcAft>
                <a:spcPts val="0"/>
              </a:spcAft>
              <a:buSzPts val="500"/>
              <a:buNone/>
              <a:defRPr>
                <a:latin typeface="Lato Light"/>
                <a:ea typeface="Lato Light"/>
                <a:cs typeface="Lato Light"/>
                <a:sym typeface="Lato Light"/>
              </a:defRPr>
            </a:lvl8pPr>
            <a:lvl9pPr lvl="8">
              <a:spcBef>
                <a:spcPts val="0"/>
              </a:spcBef>
              <a:spcAft>
                <a:spcPts val="0"/>
              </a:spcAft>
              <a:buSzPts val="500"/>
              <a:buNone/>
              <a:defRPr>
                <a:latin typeface="Lato Light"/>
                <a:ea typeface="Lato Light"/>
                <a:cs typeface="Lato Light"/>
                <a:sym typeface="Lato Light"/>
              </a:defRPr>
            </a:lvl9pPr>
          </a:lstStyle>
          <a:p/>
        </p:txBody>
      </p:sp>
      <p:pic>
        <p:nvPicPr>
          <p:cNvPr id="277" name="Google Shape;277;p26"/>
          <p:cNvPicPr preferRelativeResize="0"/>
          <p:nvPr/>
        </p:nvPicPr>
        <p:blipFill>
          <a:blip r:embed="rId2">
            <a:alphaModFix/>
          </a:blip>
          <a:stretch>
            <a:fillRect/>
          </a:stretch>
        </p:blipFill>
        <p:spPr>
          <a:xfrm rot="3944488">
            <a:off x="7631310" y="-2091754"/>
            <a:ext cx="3396154" cy="3642659"/>
          </a:xfrm>
          <a:prstGeom prst="rect">
            <a:avLst/>
          </a:prstGeom>
          <a:noFill/>
          <a:ln>
            <a:noFill/>
          </a:ln>
        </p:spPr>
      </p:pic>
      <p:pic>
        <p:nvPicPr>
          <p:cNvPr id="278" name="Google Shape;278;p26"/>
          <p:cNvPicPr preferRelativeResize="0"/>
          <p:nvPr/>
        </p:nvPicPr>
        <p:blipFill>
          <a:blip r:embed="rId3">
            <a:alphaModFix/>
          </a:blip>
          <a:stretch>
            <a:fillRect/>
          </a:stretch>
        </p:blipFill>
        <p:spPr>
          <a:xfrm rot="-1048190">
            <a:off x="-1060326" y="4049474"/>
            <a:ext cx="2332475" cy="2399244"/>
          </a:xfrm>
          <a:prstGeom prst="rect">
            <a:avLst/>
          </a:prstGeom>
          <a:noFill/>
          <a:ln>
            <a:noFill/>
          </a:ln>
        </p:spPr>
      </p:pic>
      <p:pic>
        <p:nvPicPr>
          <p:cNvPr descr=" " id="279" name="Google Shape;279;p26"/>
          <p:cNvPicPr preferRelativeResize="0"/>
          <p:nvPr/>
        </p:nvPicPr>
        <p:blipFill rotWithShape="1">
          <a:blip r:embed="rId4">
            <a:alphaModFix/>
          </a:blip>
          <a:srcRect b="0" l="0" r="0" t="0"/>
          <a:stretch/>
        </p:blipFill>
        <p:spPr>
          <a:xfrm>
            <a:off x="8687083" y="4776950"/>
            <a:ext cx="638850" cy="539119"/>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ints 5_1">
  <p:cSld name="CUSTOM_2_1">
    <p:spTree>
      <p:nvGrpSpPr>
        <p:cNvPr id="280" name="Shape 280"/>
        <p:cNvGrpSpPr/>
        <p:nvPr/>
      </p:nvGrpSpPr>
      <p:grpSpPr>
        <a:xfrm>
          <a:off x="0" y="0"/>
          <a:ext cx="0" cy="0"/>
          <a:chOff x="0" y="0"/>
          <a:chExt cx="0" cy="0"/>
        </a:xfrm>
      </p:grpSpPr>
      <p:sp>
        <p:nvSpPr>
          <p:cNvPr id="281" name="Google Shape;281;p27"/>
          <p:cNvSpPr txBox="1"/>
          <p:nvPr>
            <p:ph idx="1" type="subTitle"/>
          </p:nvPr>
        </p:nvSpPr>
        <p:spPr>
          <a:xfrm>
            <a:off x="6354875" y="1183150"/>
            <a:ext cx="2318400" cy="995100"/>
          </a:xfrm>
          <a:prstGeom prst="rect">
            <a:avLst/>
          </a:prstGeom>
        </p:spPr>
        <p:txBody>
          <a:bodyPr anchorCtr="0" anchor="t" bIns="91425" lIns="91425" spcFirstLastPara="1" rIns="91425" wrap="square" tIns="91425">
            <a:normAutofit/>
          </a:bodyPr>
          <a:lstStyle>
            <a:lvl1pPr lvl="0">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282" name="Google Shape;282;p27"/>
          <p:cNvSpPr txBox="1"/>
          <p:nvPr>
            <p:ph idx="2" type="subTitle"/>
          </p:nvPr>
        </p:nvSpPr>
        <p:spPr>
          <a:xfrm>
            <a:off x="6354875" y="2399350"/>
            <a:ext cx="2318400" cy="1047900"/>
          </a:xfrm>
          <a:prstGeom prst="rect">
            <a:avLst/>
          </a:prstGeom>
        </p:spPr>
        <p:txBody>
          <a:bodyPr anchorCtr="0" anchor="t" bIns="91425" lIns="91425" spcFirstLastPara="1" rIns="91425" wrap="square" tIns="91425">
            <a:normAutofit/>
          </a:bodyPr>
          <a:lstStyle>
            <a:lvl1pPr lvl="0">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283" name="Google Shape;283;p27"/>
          <p:cNvSpPr txBox="1"/>
          <p:nvPr>
            <p:ph idx="3" type="subTitle"/>
          </p:nvPr>
        </p:nvSpPr>
        <p:spPr>
          <a:xfrm>
            <a:off x="456925" y="1278100"/>
            <a:ext cx="2318400" cy="1216200"/>
          </a:xfrm>
          <a:prstGeom prst="rect">
            <a:avLst/>
          </a:prstGeom>
        </p:spPr>
        <p:txBody>
          <a:bodyPr anchorCtr="0" anchor="t" bIns="91425" lIns="91425" spcFirstLastPara="1" rIns="91425" wrap="square" tIns="91425">
            <a:normAutofit/>
          </a:bodyPr>
          <a:lstStyle>
            <a:lvl1pPr lvl="0" algn="r">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lgn="r">
              <a:spcBef>
                <a:spcPts val="0"/>
              </a:spcBef>
              <a:spcAft>
                <a:spcPts val="0"/>
              </a:spcAft>
              <a:buSzPts val="1100"/>
              <a:buNone/>
              <a:defRPr sz="1100"/>
            </a:lvl2pPr>
            <a:lvl3pPr lvl="2" algn="r">
              <a:spcBef>
                <a:spcPts val="0"/>
              </a:spcBef>
              <a:spcAft>
                <a:spcPts val="0"/>
              </a:spcAft>
              <a:buSzPts val="1100"/>
              <a:buNone/>
              <a:defRPr sz="1100"/>
            </a:lvl3pPr>
            <a:lvl4pPr lvl="3" algn="r">
              <a:spcBef>
                <a:spcPts val="0"/>
              </a:spcBef>
              <a:spcAft>
                <a:spcPts val="0"/>
              </a:spcAft>
              <a:buSzPts val="1100"/>
              <a:buNone/>
              <a:defRPr sz="1100"/>
            </a:lvl4pPr>
            <a:lvl5pPr lvl="4" algn="r">
              <a:spcBef>
                <a:spcPts val="0"/>
              </a:spcBef>
              <a:spcAft>
                <a:spcPts val="0"/>
              </a:spcAft>
              <a:buSzPts val="1100"/>
              <a:buNone/>
              <a:defRPr sz="1100"/>
            </a:lvl5pPr>
            <a:lvl6pPr lvl="5" algn="r">
              <a:spcBef>
                <a:spcPts val="0"/>
              </a:spcBef>
              <a:spcAft>
                <a:spcPts val="0"/>
              </a:spcAft>
              <a:buSzPts val="1100"/>
              <a:buNone/>
              <a:defRPr sz="1100"/>
            </a:lvl6pPr>
            <a:lvl7pPr lvl="6" algn="r">
              <a:spcBef>
                <a:spcPts val="0"/>
              </a:spcBef>
              <a:spcAft>
                <a:spcPts val="0"/>
              </a:spcAft>
              <a:buSzPts val="1100"/>
              <a:buNone/>
              <a:defRPr sz="1100"/>
            </a:lvl7pPr>
            <a:lvl8pPr lvl="7" algn="r">
              <a:spcBef>
                <a:spcPts val="0"/>
              </a:spcBef>
              <a:spcAft>
                <a:spcPts val="0"/>
              </a:spcAft>
              <a:buSzPts val="1100"/>
              <a:buNone/>
              <a:defRPr sz="1100"/>
            </a:lvl8pPr>
            <a:lvl9pPr lvl="8" algn="r">
              <a:spcBef>
                <a:spcPts val="0"/>
              </a:spcBef>
              <a:spcAft>
                <a:spcPts val="0"/>
              </a:spcAft>
              <a:buSzPts val="1100"/>
              <a:buNone/>
              <a:defRPr sz="1100"/>
            </a:lvl9pPr>
          </a:lstStyle>
          <a:p/>
        </p:txBody>
      </p:sp>
      <p:sp>
        <p:nvSpPr>
          <p:cNvPr id="284" name="Google Shape;284;p27"/>
          <p:cNvSpPr txBox="1"/>
          <p:nvPr>
            <p:ph idx="4" type="subTitle"/>
          </p:nvPr>
        </p:nvSpPr>
        <p:spPr>
          <a:xfrm>
            <a:off x="470725" y="3321975"/>
            <a:ext cx="2318400" cy="1216200"/>
          </a:xfrm>
          <a:prstGeom prst="rect">
            <a:avLst/>
          </a:prstGeom>
        </p:spPr>
        <p:txBody>
          <a:bodyPr anchorCtr="0" anchor="t" bIns="91425" lIns="91425" spcFirstLastPara="1" rIns="91425" wrap="square" tIns="91425">
            <a:normAutofit/>
          </a:bodyPr>
          <a:lstStyle>
            <a:lvl1pPr lvl="0" algn="r">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lgn="r">
              <a:spcBef>
                <a:spcPts val="0"/>
              </a:spcBef>
              <a:spcAft>
                <a:spcPts val="0"/>
              </a:spcAft>
              <a:buSzPts val="1100"/>
              <a:buNone/>
              <a:defRPr sz="1100"/>
            </a:lvl2pPr>
            <a:lvl3pPr lvl="2" algn="r">
              <a:spcBef>
                <a:spcPts val="0"/>
              </a:spcBef>
              <a:spcAft>
                <a:spcPts val="0"/>
              </a:spcAft>
              <a:buSzPts val="1100"/>
              <a:buNone/>
              <a:defRPr sz="1100"/>
            </a:lvl3pPr>
            <a:lvl4pPr lvl="3" algn="r">
              <a:spcBef>
                <a:spcPts val="0"/>
              </a:spcBef>
              <a:spcAft>
                <a:spcPts val="0"/>
              </a:spcAft>
              <a:buSzPts val="1100"/>
              <a:buNone/>
              <a:defRPr sz="1100"/>
            </a:lvl4pPr>
            <a:lvl5pPr lvl="4" algn="r">
              <a:spcBef>
                <a:spcPts val="0"/>
              </a:spcBef>
              <a:spcAft>
                <a:spcPts val="0"/>
              </a:spcAft>
              <a:buSzPts val="1100"/>
              <a:buNone/>
              <a:defRPr sz="1100"/>
            </a:lvl5pPr>
            <a:lvl6pPr lvl="5" algn="r">
              <a:spcBef>
                <a:spcPts val="0"/>
              </a:spcBef>
              <a:spcAft>
                <a:spcPts val="0"/>
              </a:spcAft>
              <a:buSzPts val="1100"/>
              <a:buNone/>
              <a:defRPr sz="1100"/>
            </a:lvl6pPr>
            <a:lvl7pPr lvl="6" algn="r">
              <a:spcBef>
                <a:spcPts val="0"/>
              </a:spcBef>
              <a:spcAft>
                <a:spcPts val="0"/>
              </a:spcAft>
              <a:buSzPts val="1100"/>
              <a:buNone/>
              <a:defRPr sz="1100"/>
            </a:lvl7pPr>
            <a:lvl8pPr lvl="7" algn="r">
              <a:spcBef>
                <a:spcPts val="0"/>
              </a:spcBef>
              <a:spcAft>
                <a:spcPts val="0"/>
              </a:spcAft>
              <a:buSzPts val="1100"/>
              <a:buNone/>
              <a:defRPr sz="1100"/>
            </a:lvl8pPr>
            <a:lvl9pPr lvl="8" algn="r">
              <a:spcBef>
                <a:spcPts val="0"/>
              </a:spcBef>
              <a:spcAft>
                <a:spcPts val="0"/>
              </a:spcAft>
              <a:buSzPts val="1100"/>
              <a:buNone/>
              <a:defRPr sz="1100"/>
            </a:lvl9pPr>
          </a:lstStyle>
          <a:p/>
        </p:txBody>
      </p:sp>
      <p:sp>
        <p:nvSpPr>
          <p:cNvPr id="285" name="Google Shape;285;p27"/>
          <p:cNvSpPr txBox="1"/>
          <p:nvPr>
            <p:ph type="title"/>
          </p:nvPr>
        </p:nvSpPr>
        <p:spPr>
          <a:xfrm>
            <a:off x="1245150" y="401725"/>
            <a:ext cx="6653700" cy="423600"/>
          </a:xfrm>
          <a:prstGeom prst="rect">
            <a:avLst/>
          </a:prstGeom>
        </p:spPr>
        <p:txBody>
          <a:bodyPr anchorCtr="0" anchor="ctr" bIns="34275" lIns="34275" spcFirstLastPara="1" rIns="34275" wrap="square" tIns="34275">
            <a:noAutofit/>
          </a:bodyPr>
          <a:lstStyle>
            <a:lvl1pPr lvl="0" algn="ctr">
              <a:spcBef>
                <a:spcPts val="0"/>
              </a:spcBef>
              <a:spcAft>
                <a:spcPts val="0"/>
              </a:spcAft>
              <a:buSzPts val="2400"/>
              <a:buNone/>
              <a:defRPr sz="2400"/>
            </a:lvl1pPr>
            <a:lvl2pPr lvl="1">
              <a:spcBef>
                <a:spcPts val="0"/>
              </a:spcBef>
              <a:spcAft>
                <a:spcPts val="0"/>
              </a:spcAft>
              <a:buSzPts val="500"/>
              <a:buNone/>
              <a:defRPr>
                <a:latin typeface="Lato Light"/>
                <a:ea typeface="Lato Light"/>
                <a:cs typeface="Lato Light"/>
                <a:sym typeface="Lato Light"/>
              </a:defRPr>
            </a:lvl2pPr>
            <a:lvl3pPr lvl="2">
              <a:spcBef>
                <a:spcPts val="0"/>
              </a:spcBef>
              <a:spcAft>
                <a:spcPts val="0"/>
              </a:spcAft>
              <a:buSzPts val="500"/>
              <a:buNone/>
              <a:defRPr>
                <a:latin typeface="Lato Light"/>
                <a:ea typeface="Lato Light"/>
                <a:cs typeface="Lato Light"/>
                <a:sym typeface="Lato Light"/>
              </a:defRPr>
            </a:lvl3pPr>
            <a:lvl4pPr lvl="3">
              <a:spcBef>
                <a:spcPts val="0"/>
              </a:spcBef>
              <a:spcAft>
                <a:spcPts val="0"/>
              </a:spcAft>
              <a:buSzPts val="500"/>
              <a:buNone/>
              <a:defRPr>
                <a:latin typeface="Lato Light"/>
                <a:ea typeface="Lato Light"/>
                <a:cs typeface="Lato Light"/>
                <a:sym typeface="Lato Light"/>
              </a:defRPr>
            </a:lvl4pPr>
            <a:lvl5pPr lvl="4">
              <a:spcBef>
                <a:spcPts val="0"/>
              </a:spcBef>
              <a:spcAft>
                <a:spcPts val="0"/>
              </a:spcAft>
              <a:buSzPts val="500"/>
              <a:buNone/>
              <a:defRPr>
                <a:latin typeface="Lato Light"/>
                <a:ea typeface="Lato Light"/>
                <a:cs typeface="Lato Light"/>
                <a:sym typeface="Lato Light"/>
              </a:defRPr>
            </a:lvl5pPr>
            <a:lvl6pPr lvl="5">
              <a:spcBef>
                <a:spcPts val="0"/>
              </a:spcBef>
              <a:spcAft>
                <a:spcPts val="0"/>
              </a:spcAft>
              <a:buSzPts val="500"/>
              <a:buNone/>
              <a:defRPr>
                <a:latin typeface="Lato Light"/>
                <a:ea typeface="Lato Light"/>
                <a:cs typeface="Lato Light"/>
                <a:sym typeface="Lato Light"/>
              </a:defRPr>
            </a:lvl6pPr>
            <a:lvl7pPr lvl="6">
              <a:spcBef>
                <a:spcPts val="0"/>
              </a:spcBef>
              <a:spcAft>
                <a:spcPts val="0"/>
              </a:spcAft>
              <a:buSzPts val="500"/>
              <a:buNone/>
              <a:defRPr>
                <a:latin typeface="Lato Light"/>
                <a:ea typeface="Lato Light"/>
                <a:cs typeface="Lato Light"/>
                <a:sym typeface="Lato Light"/>
              </a:defRPr>
            </a:lvl7pPr>
            <a:lvl8pPr lvl="7">
              <a:spcBef>
                <a:spcPts val="0"/>
              </a:spcBef>
              <a:spcAft>
                <a:spcPts val="0"/>
              </a:spcAft>
              <a:buSzPts val="500"/>
              <a:buNone/>
              <a:defRPr>
                <a:latin typeface="Lato Light"/>
                <a:ea typeface="Lato Light"/>
                <a:cs typeface="Lato Light"/>
                <a:sym typeface="Lato Light"/>
              </a:defRPr>
            </a:lvl8pPr>
            <a:lvl9pPr lvl="8">
              <a:spcBef>
                <a:spcPts val="0"/>
              </a:spcBef>
              <a:spcAft>
                <a:spcPts val="0"/>
              </a:spcAft>
              <a:buSzPts val="500"/>
              <a:buNone/>
              <a:defRPr>
                <a:latin typeface="Lato Light"/>
                <a:ea typeface="Lato Light"/>
                <a:cs typeface="Lato Light"/>
                <a:sym typeface="Lato Light"/>
              </a:defRPr>
            </a:lvl9pPr>
          </a:lstStyle>
          <a:p/>
        </p:txBody>
      </p:sp>
      <p:grpSp>
        <p:nvGrpSpPr>
          <p:cNvPr id="286" name="Google Shape;286;p27"/>
          <p:cNvGrpSpPr/>
          <p:nvPr/>
        </p:nvGrpSpPr>
        <p:grpSpPr>
          <a:xfrm>
            <a:off x="3095387" y="1241947"/>
            <a:ext cx="2953226" cy="2951755"/>
            <a:chOff x="3102287" y="1429998"/>
            <a:chExt cx="2953226" cy="2951755"/>
          </a:xfrm>
        </p:grpSpPr>
        <p:sp>
          <p:nvSpPr>
            <p:cNvPr id="287" name="Google Shape;287;p27"/>
            <p:cNvSpPr/>
            <p:nvPr/>
          </p:nvSpPr>
          <p:spPr>
            <a:xfrm>
              <a:off x="4016728" y="1429998"/>
              <a:ext cx="1634040" cy="1193736"/>
            </a:xfrm>
            <a:custGeom>
              <a:rect b="b" l="l" r="r" t="t"/>
              <a:pathLst>
                <a:path extrusionOk="0" h="21010" w="21600">
                  <a:moveTo>
                    <a:pt x="21600" y="8145"/>
                  </a:moveTo>
                  <a:cubicBezTo>
                    <a:pt x="19118" y="4624"/>
                    <a:pt x="15943" y="2102"/>
                    <a:pt x="12437" y="865"/>
                  </a:cubicBezTo>
                  <a:cubicBezTo>
                    <a:pt x="8312" y="-590"/>
                    <a:pt x="3942" y="-201"/>
                    <a:pt x="0" y="1973"/>
                  </a:cubicBezTo>
                  <a:lnTo>
                    <a:pt x="0" y="21010"/>
                  </a:lnTo>
                  <a:cubicBezTo>
                    <a:pt x="500" y="19693"/>
                    <a:pt x="1192" y="18521"/>
                    <a:pt x="2034" y="17562"/>
                  </a:cubicBezTo>
                  <a:cubicBezTo>
                    <a:pt x="2905" y="16572"/>
                    <a:pt x="3919" y="15829"/>
                    <a:pt x="5014" y="15380"/>
                  </a:cubicBezTo>
                  <a:lnTo>
                    <a:pt x="21600" y="8145"/>
                  </a:lnTo>
                  <a:close/>
                </a:path>
              </a:pathLst>
            </a:custGeom>
            <a:solidFill>
              <a:schemeClr val="accent1"/>
            </a:solidFill>
            <a:ln>
              <a:noFill/>
            </a:ln>
          </p:spPr>
          <p:txBody>
            <a:bodyPr anchorCtr="0" anchor="ctr" bIns="14275" lIns="14275" spcFirstLastPara="1" rIns="14275" wrap="square" tIns="14275">
              <a:noAutofit/>
            </a:bodyPr>
            <a:lstStyle/>
            <a:p>
              <a:pPr indent="0" lvl="0" marL="0" marR="0" rtl="0" algn="l">
                <a:spcBef>
                  <a:spcPts val="0"/>
                </a:spcBef>
                <a:spcAft>
                  <a:spcPts val="0"/>
                </a:spcAft>
                <a:buNone/>
              </a:pPr>
              <a:r>
                <a:t/>
              </a:r>
              <a:endParaRPr sz="1300">
                <a:solidFill>
                  <a:schemeClr val="dk1"/>
                </a:solidFill>
                <a:latin typeface="Lato Light"/>
                <a:ea typeface="Lato Light"/>
                <a:cs typeface="Lato Light"/>
                <a:sym typeface="Lato Light"/>
              </a:endParaRPr>
            </a:p>
          </p:txBody>
        </p:sp>
        <p:sp>
          <p:nvSpPr>
            <p:cNvPr id="288" name="Google Shape;288;p27"/>
            <p:cNvSpPr/>
            <p:nvPr/>
          </p:nvSpPr>
          <p:spPr>
            <a:xfrm>
              <a:off x="3102287" y="1570339"/>
              <a:ext cx="1038072" cy="1787832"/>
            </a:xfrm>
            <a:custGeom>
              <a:rect b="b" l="l" r="r" t="t"/>
              <a:pathLst>
                <a:path extrusionOk="0" h="21600" w="21156">
                  <a:moveTo>
                    <a:pt x="17200" y="0"/>
                  </a:moveTo>
                  <a:cubicBezTo>
                    <a:pt x="12221" y="1401"/>
                    <a:pt x="7988" y="3585"/>
                    <a:pt x="4962" y="6316"/>
                  </a:cubicBezTo>
                  <a:cubicBezTo>
                    <a:pt x="1268" y="9650"/>
                    <a:pt x="-444" y="13619"/>
                    <a:pt x="98" y="17595"/>
                  </a:cubicBezTo>
                  <a:lnTo>
                    <a:pt x="21156" y="21600"/>
                  </a:lnTo>
                  <a:cubicBezTo>
                    <a:pt x="19937" y="20911"/>
                    <a:pt x="18965" y="20084"/>
                    <a:pt x="18298" y="19168"/>
                  </a:cubicBezTo>
                  <a:cubicBezTo>
                    <a:pt x="17547" y="18136"/>
                    <a:pt x="17200" y="17017"/>
                    <a:pt x="17283" y="15894"/>
                  </a:cubicBezTo>
                  <a:lnTo>
                    <a:pt x="17200" y="0"/>
                  </a:lnTo>
                  <a:close/>
                </a:path>
              </a:pathLst>
            </a:custGeom>
            <a:solidFill>
              <a:schemeClr val="accent5"/>
            </a:solidFill>
            <a:ln>
              <a:noFill/>
            </a:ln>
          </p:spPr>
          <p:txBody>
            <a:bodyPr anchorCtr="0" anchor="ctr" bIns="14275" lIns="14275" spcFirstLastPara="1" rIns="14275" wrap="square" tIns="14275">
              <a:noAutofit/>
            </a:bodyPr>
            <a:lstStyle/>
            <a:p>
              <a:pPr indent="0" lvl="0" marL="0" marR="0" rtl="0" algn="l">
                <a:spcBef>
                  <a:spcPts val="0"/>
                </a:spcBef>
                <a:spcAft>
                  <a:spcPts val="0"/>
                </a:spcAft>
                <a:buNone/>
              </a:pPr>
              <a:r>
                <a:t/>
              </a:r>
              <a:endParaRPr sz="1200">
                <a:solidFill>
                  <a:srgbClr val="FFFFFF"/>
                </a:solidFill>
                <a:latin typeface="Lato Light"/>
                <a:ea typeface="Lato Light"/>
                <a:cs typeface="Lato Light"/>
                <a:sym typeface="Lato Light"/>
              </a:endParaRPr>
            </a:p>
          </p:txBody>
        </p:sp>
        <p:sp>
          <p:nvSpPr>
            <p:cNvPr id="289" name="Google Shape;289;p27"/>
            <p:cNvSpPr/>
            <p:nvPr/>
          </p:nvSpPr>
          <p:spPr>
            <a:xfrm>
              <a:off x="3115511" y="3097809"/>
              <a:ext cx="1752732" cy="1245780"/>
            </a:xfrm>
            <a:custGeom>
              <a:rect b="b" l="l" r="r" t="t"/>
              <a:pathLst>
                <a:path extrusionOk="0" h="21600" w="21600">
                  <a:moveTo>
                    <a:pt x="21600" y="6445"/>
                  </a:moveTo>
                  <a:lnTo>
                    <a:pt x="13829" y="21600"/>
                  </a:lnTo>
                  <a:cubicBezTo>
                    <a:pt x="10009" y="20297"/>
                    <a:pt x="6587" y="17300"/>
                    <a:pt x="4071" y="13051"/>
                  </a:cubicBezTo>
                  <a:cubicBezTo>
                    <a:pt x="1866" y="9328"/>
                    <a:pt x="455" y="4804"/>
                    <a:pt x="0" y="0"/>
                  </a:cubicBezTo>
                  <a:lnTo>
                    <a:pt x="15759" y="7124"/>
                  </a:lnTo>
                  <a:cubicBezTo>
                    <a:pt x="16726" y="7545"/>
                    <a:pt x="17742" y="7698"/>
                    <a:pt x="18751" y="7576"/>
                  </a:cubicBezTo>
                  <a:cubicBezTo>
                    <a:pt x="19743" y="7456"/>
                    <a:pt x="20710" y="7073"/>
                    <a:pt x="21600" y="6445"/>
                  </a:cubicBezTo>
                  <a:close/>
                </a:path>
              </a:pathLst>
            </a:custGeom>
            <a:solidFill>
              <a:schemeClr val="accent4"/>
            </a:solidFill>
            <a:ln>
              <a:noFill/>
            </a:ln>
          </p:spPr>
          <p:txBody>
            <a:bodyPr anchorCtr="0" anchor="ctr" bIns="14275" lIns="14275" spcFirstLastPara="1" rIns="14275" wrap="square" tIns="14275">
              <a:noAutofit/>
            </a:bodyPr>
            <a:lstStyle/>
            <a:p>
              <a:pPr indent="0" lvl="0" marL="0" marR="0" rtl="0" algn="l">
                <a:spcBef>
                  <a:spcPts val="0"/>
                </a:spcBef>
                <a:spcAft>
                  <a:spcPts val="0"/>
                </a:spcAft>
                <a:buNone/>
              </a:pPr>
              <a:r>
                <a:t/>
              </a:r>
              <a:endParaRPr sz="1200">
                <a:solidFill>
                  <a:srgbClr val="FFFFFF"/>
                </a:solidFill>
                <a:latin typeface="Lato Light"/>
                <a:ea typeface="Lato Light"/>
                <a:cs typeface="Lato Light"/>
                <a:sym typeface="Lato Light"/>
              </a:endParaRPr>
            </a:p>
          </p:txBody>
        </p:sp>
        <p:sp>
          <p:nvSpPr>
            <p:cNvPr id="290" name="Google Shape;290;p27"/>
            <p:cNvSpPr/>
            <p:nvPr/>
          </p:nvSpPr>
          <p:spPr>
            <a:xfrm>
              <a:off x="4311781" y="2799840"/>
              <a:ext cx="1526364" cy="1581913"/>
            </a:xfrm>
            <a:custGeom>
              <a:rect b="b" l="l" r="r" t="t"/>
              <a:pathLst>
                <a:path extrusionOk="0" h="21243" w="21600">
                  <a:moveTo>
                    <a:pt x="12593" y="0"/>
                  </a:moveTo>
                  <a:lnTo>
                    <a:pt x="21600" y="11784"/>
                  </a:lnTo>
                  <a:cubicBezTo>
                    <a:pt x="19267" y="15419"/>
                    <a:pt x="15759" y="18239"/>
                    <a:pt x="11598" y="19826"/>
                  </a:cubicBezTo>
                  <a:cubicBezTo>
                    <a:pt x="7919" y="21229"/>
                    <a:pt x="3894" y="21600"/>
                    <a:pt x="0" y="20896"/>
                  </a:cubicBezTo>
                  <a:lnTo>
                    <a:pt x="10857" y="6567"/>
                  </a:lnTo>
                  <a:cubicBezTo>
                    <a:pt x="11599" y="5663"/>
                    <a:pt x="12137" y="4623"/>
                    <a:pt x="12439" y="3514"/>
                  </a:cubicBezTo>
                  <a:cubicBezTo>
                    <a:pt x="12751" y="2366"/>
                    <a:pt x="12804" y="1168"/>
                    <a:pt x="12593" y="0"/>
                  </a:cubicBezTo>
                  <a:close/>
                </a:path>
              </a:pathLst>
            </a:custGeom>
            <a:solidFill>
              <a:schemeClr val="accent3"/>
            </a:solidFill>
            <a:ln>
              <a:noFill/>
            </a:ln>
          </p:spPr>
          <p:txBody>
            <a:bodyPr anchorCtr="0" anchor="ctr" bIns="14275" lIns="14275" spcFirstLastPara="1" rIns="14275" wrap="square" tIns="14275">
              <a:noAutofit/>
            </a:bodyPr>
            <a:lstStyle/>
            <a:p>
              <a:pPr indent="0" lvl="0" marL="0" marR="0" rtl="0" algn="l">
                <a:spcBef>
                  <a:spcPts val="0"/>
                </a:spcBef>
                <a:spcAft>
                  <a:spcPts val="0"/>
                </a:spcAft>
                <a:buNone/>
              </a:pPr>
              <a:r>
                <a:t/>
              </a:r>
              <a:endParaRPr sz="1200">
                <a:solidFill>
                  <a:srgbClr val="FFFFFF"/>
                </a:solidFill>
                <a:latin typeface="Lato Light"/>
                <a:ea typeface="Lato Light"/>
                <a:cs typeface="Lato Light"/>
                <a:sym typeface="Lato Light"/>
              </a:endParaRPr>
            </a:p>
          </p:txBody>
        </p:sp>
        <p:sp>
          <p:nvSpPr>
            <p:cNvPr id="291" name="Google Shape;291;p27"/>
            <p:cNvSpPr/>
            <p:nvPr/>
          </p:nvSpPr>
          <p:spPr>
            <a:xfrm>
              <a:off x="4676823" y="1946286"/>
              <a:ext cx="1378690" cy="1668222"/>
            </a:xfrm>
            <a:custGeom>
              <a:rect b="b" l="l" r="r" t="t"/>
              <a:pathLst>
                <a:path extrusionOk="0" h="21600" w="21337">
                  <a:moveTo>
                    <a:pt x="0" y="4387"/>
                  </a:moveTo>
                  <a:lnTo>
                    <a:pt x="15846" y="0"/>
                  </a:lnTo>
                  <a:cubicBezTo>
                    <a:pt x="19012" y="3104"/>
                    <a:pt x="20914" y="6970"/>
                    <a:pt x="21275" y="11038"/>
                  </a:cubicBezTo>
                  <a:cubicBezTo>
                    <a:pt x="21600" y="14704"/>
                    <a:pt x="20656" y="18371"/>
                    <a:pt x="18557" y="21600"/>
                  </a:cubicBezTo>
                  <a:lnTo>
                    <a:pt x="6371" y="7619"/>
                  </a:lnTo>
                  <a:cubicBezTo>
                    <a:pt x="5672" y="6816"/>
                    <a:pt x="4801" y="6128"/>
                    <a:pt x="3803" y="5590"/>
                  </a:cubicBezTo>
                  <a:cubicBezTo>
                    <a:pt x="2651" y="4968"/>
                    <a:pt x="1355" y="4558"/>
                    <a:pt x="0" y="4387"/>
                  </a:cubicBezTo>
                  <a:close/>
                </a:path>
              </a:pathLst>
            </a:custGeom>
            <a:solidFill>
              <a:schemeClr val="accent2"/>
            </a:solidFill>
            <a:ln>
              <a:noFill/>
            </a:ln>
          </p:spPr>
          <p:txBody>
            <a:bodyPr anchorCtr="0" anchor="ctr" bIns="14275" lIns="14275" spcFirstLastPara="1" rIns="14275" wrap="square" tIns="14275">
              <a:noAutofit/>
            </a:bodyPr>
            <a:lstStyle/>
            <a:p>
              <a:pPr indent="0" lvl="0" marL="0" marR="0" rtl="0" algn="l">
                <a:spcBef>
                  <a:spcPts val="0"/>
                </a:spcBef>
                <a:spcAft>
                  <a:spcPts val="0"/>
                </a:spcAft>
                <a:buNone/>
              </a:pPr>
              <a:r>
                <a:t/>
              </a:r>
              <a:endParaRPr sz="1300">
                <a:solidFill>
                  <a:schemeClr val="dk1"/>
                </a:solidFill>
                <a:latin typeface="Lato Light"/>
                <a:ea typeface="Lato Light"/>
                <a:cs typeface="Lato Light"/>
                <a:sym typeface="Lato Light"/>
              </a:endParaRPr>
            </a:p>
          </p:txBody>
        </p:sp>
        <p:sp>
          <p:nvSpPr>
            <p:cNvPr id="292" name="Google Shape;292;p27"/>
            <p:cNvSpPr txBox="1"/>
            <p:nvPr/>
          </p:nvSpPr>
          <p:spPr>
            <a:xfrm>
              <a:off x="4444343" y="1670781"/>
              <a:ext cx="312300" cy="280800"/>
            </a:xfrm>
            <a:prstGeom prst="rect">
              <a:avLst/>
            </a:prstGeom>
            <a:noFill/>
            <a:ln>
              <a:noFill/>
            </a:ln>
          </p:spPr>
          <p:txBody>
            <a:bodyPr anchorCtr="0" anchor="ctr" bIns="17150" lIns="34300" spcFirstLastPara="1" rIns="34300" wrap="square" tIns="17150">
              <a:noAutofit/>
            </a:bodyPr>
            <a:lstStyle/>
            <a:p>
              <a:pPr indent="0" lvl="0" marL="0" marR="0" rtl="0" algn="ctr">
                <a:spcBef>
                  <a:spcPts val="0"/>
                </a:spcBef>
                <a:spcAft>
                  <a:spcPts val="0"/>
                </a:spcAft>
                <a:buNone/>
              </a:pPr>
              <a:r>
                <a:rPr b="1" lang="en-GB" sz="1600">
                  <a:solidFill>
                    <a:schemeClr val="lt1"/>
                  </a:solidFill>
                  <a:latin typeface="Poppins"/>
                  <a:ea typeface="Poppins"/>
                  <a:cs typeface="Poppins"/>
                  <a:sym typeface="Poppins"/>
                </a:rPr>
                <a:t>01</a:t>
              </a:r>
              <a:endParaRPr sz="1600"/>
            </a:p>
          </p:txBody>
        </p:sp>
        <p:sp>
          <p:nvSpPr>
            <p:cNvPr id="293" name="Google Shape;293;p27"/>
            <p:cNvSpPr txBox="1"/>
            <p:nvPr/>
          </p:nvSpPr>
          <p:spPr>
            <a:xfrm>
              <a:off x="5443660" y="2500224"/>
              <a:ext cx="360600" cy="280800"/>
            </a:xfrm>
            <a:prstGeom prst="rect">
              <a:avLst/>
            </a:prstGeom>
            <a:noFill/>
            <a:ln>
              <a:noFill/>
            </a:ln>
          </p:spPr>
          <p:txBody>
            <a:bodyPr anchorCtr="0" anchor="ctr" bIns="17150" lIns="34300" spcFirstLastPara="1" rIns="34300" wrap="square" tIns="17150">
              <a:noAutofit/>
            </a:bodyPr>
            <a:lstStyle/>
            <a:p>
              <a:pPr indent="0" lvl="0" marL="0" marR="0" rtl="0" algn="ctr">
                <a:spcBef>
                  <a:spcPts val="0"/>
                </a:spcBef>
                <a:spcAft>
                  <a:spcPts val="0"/>
                </a:spcAft>
                <a:buNone/>
              </a:pPr>
              <a:r>
                <a:rPr b="1" lang="en-GB" sz="1600">
                  <a:solidFill>
                    <a:schemeClr val="lt1"/>
                  </a:solidFill>
                  <a:latin typeface="Poppins"/>
                  <a:ea typeface="Poppins"/>
                  <a:cs typeface="Poppins"/>
                  <a:sym typeface="Poppins"/>
                </a:rPr>
                <a:t>02</a:t>
              </a:r>
              <a:endParaRPr sz="1600"/>
            </a:p>
          </p:txBody>
        </p:sp>
        <p:sp>
          <p:nvSpPr>
            <p:cNvPr id="294" name="Google Shape;294;p27"/>
            <p:cNvSpPr txBox="1"/>
            <p:nvPr/>
          </p:nvSpPr>
          <p:spPr>
            <a:xfrm>
              <a:off x="4929328" y="3709325"/>
              <a:ext cx="368700" cy="280800"/>
            </a:xfrm>
            <a:prstGeom prst="rect">
              <a:avLst/>
            </a:prstGeom>
            <a:noFill/>
            <a:ln>
              <a:noFill/>
            </a:ln>
          </p:spPr>
          <p:txBody>
            <a:bodyPr anchorCtr="0" anchor="ctr" bIns="17150" lIns="34300" spcFirstLastPara="1" rIns="34300" wrap="square" tIns="17150">
              <a:noAutofit/>
            </a:bodyPr>
            <a:lstStyle/>
            <a:p>
              <a:pPr indent="0" lvl="0" marL="0" marR="0" rtl="0" algn="ctr">
                <a:spcBef>
                  <a:spcPts val="0"/>
                </a:spcBef>
                <a:spcAft>
                  <a:spcPts val="0"/>
                </a:spcAft>
                <a:buNone/>
              </a:pPr>
              <a:r>
                <a:rPr b="1" lang="en-GB" sz="1600">
                  <a:solidFill>
                    <a:schemeClr val="lt1"/>
                  </a:solidFill>
                  <a:latin typeface="Poppins"/>
                  <a:ea typeface="Poppins"/>
                  <a:cs typeface="Poppins"/>
                  <a:sym typeface="Poppins"/>
                </a:rPr>
                <a:t>03</a:t>
              </a:r>
              <a:endParaRPr sz="1600"/>
            </a:p>
          </p:txBody>
        </p:sp>
        <p:sp>
          <p:nvSpPr>
            <p:cNvPr id="295" name="Google Shape;295;p27"/>
            <p:cNvSpPr txBox="1"/>
            <p:nvPr/>
          </p:nvSpPr>
          <p:spPr>
            <a:xfrm>
              <a:off x="3677557" y="3598802"/>
              <a:ext cx="386700" cy="280800"/>
            </a:xfrm>
            <a:prstGeom prst="rect">
              <a:avLst/>
            </a:prstGeom>
            <a:noFill/>
            <a:ln>
              <a:noFill/>
            </a:ln>
          </p:spPr>
          <p:txBody>
            <a:bodyPr anchorCtr="0" anchor="ctr" bIns="17150" lIns="34300" spcFirstLastPara="1" rIns="34300" wrap="square" tIns="17150">
              <a:noAutofit/>
            </a:bodyPr>
            <a:lstStyle/>
            <a:p>
              <a:pPr indent="0" lvl="0" marL="0" marR="0" rtl="0" algn="ctr">
                <a:spcBef>
                  <a:spcPts val="0"/>
                </a:spcBef>
                <a:spcAft>
                  <a:spcPts val="0"/>
                </a:spcAft>
                <a:buNone/>
              </a:pPr>
              <a:r>
                <a:rPr b="1" lang="en-GB" sz="1600">
                  <a:solidFill>
                    <a:schemeClr val="lt1"/>
                  </a:solidFill>
                  <a:latin typeface="Poppins"/>
                  <a:ea typeface="Poppins"/>
                  <a:cs typeface="Poppins"/>
                  <a:sym typeface="Poppins"/>
                </a:rPr>
                <a:t>04</a:t>
              </a:r>
              <a:endParaRPr sz="1600"/>
            </a:p>
          </p:txBody>
        </p:sp>
        <p:sp>
          <p:nvSpPr>
            <p:cNvPr id="296" name="Google Shape;296;p27"/>
            <p:cNvSpPr txBox="1"/>
            <p:nvPr/>
          </p:nvSpPr>
          <p:spPr>
            <a:xfrm>
              <a:off x="3395840" y="2345006"/>
              <a:ext cx="380400" cy="280800"/>
            </a:xfrm>
            <a:prstGeom prst="rect">
              <a:avLst/>
            </a:prstGeom>
            <a:noFill/>
            <a:ln>
              <a:noFill/>
            </a:ln>
          </p:spPr>
          <p:txBody>
            <a:bodyPr anchorCtr="0" anchor="ctr" bIns="17150" lIns="34300" spcFirstLastPara="1" rIns="34300" wrap="square" tIns="17150">
              <a:noAutofit/>
            </a:bodyPr>
            <a:lstStyle/>
            <a:p>
              <a:pPr indent="0" lvl="0" marL="0" marR="0" rtl="0" algn="ctr">
                <a:spcBef>
                  <a:spcPts val="0"/>
                </a:spcBef>
                <a:spcAft>
                  <a:spcPts val="0"/>
                </a:spcAft>
                <a:buNone/>
              </a:pPr>
              <a:r>
                <a:rPr b="1" lang="en-GB" sz="1600">
                  <a:solidFill>
                    <a:schemeClr val="lt1"/>
                  </a:solidFill>
                  <a:latin typeface="Poppins"/>
                  <a:ea typeface="Poppins"/>
                  <a:cs typeface="Poppins"/>
                  <a:sym typeface="Poppins"/>
                </a:rPr>
                <a:t>05</a:t>
              </a:r>
              <a:endParaRPr sz="1600"/>
            </a:p>
          </p:txBody>
        </p:sp>
      </p:grpSp>
      <p:sp>
        <p:nvSpPr>
          <p:cNvPr id="297" name="Google Shape;297;p27"/>
          <p:cNvSpPr txBox="1"/>
          <p:nvPr>
            <p:ph idx="5" type="subTitle"/>
          </p:nvPr>
        </p:nvSpPr>
        <p:spPr>
          <a:xfrm>
            <a:off x="6354875" y="3668350"/>
            <a:ext cx="2318400" cy="1216200"/>
          </a:xfrm>
          <a:prstGeom prst="rect">
            <a:avLst/>
          </a:prstGeom>
        </p:spPr>
        <p:txBody>
          <a:bodyPr anchorCtr="0" anchor="t" bIns="91425" lIns="91425" spcFirstLastPara="1" rIns="91425" wrap="square" tIns="91425">
            <a:normAutofit/>
          </a:bodyPr>
          <a:lstStyle>
            <a:lvl1pPr lvl="0">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pic>
        <p:nvPicPr>
          <p:cNvPr descr=" " id="298" name="Google Shape;298;p27"/>
          <p:cNvPicPr preferRelativeResize="0"/>
          <p:nvPr/>
        </p:nvPicPr>
        <p:blipFill rotWithShape="1">
          <a:blip r:embed="rId2">
            <a:alphaModFix/>
          </a:blip>
          <a:srcRect b="0" l="0" r="0" t="0"/>
          <a:stretch/>
        </p:blipFill>
        <p:spPr>
          <a:xfrm>
            <a:off x="139374" y="4423803"/>
            <a:ext cx="247715" cy="202697"/>
          </a:xfrm>
          <a:prstGeom prst="rect">
            <a:avLst/>
          </a:prstGeom>
          <a:noFill/>
          <a:ln>
            <a:noFill/>
          </a:ln>
        </p:spPr>
      </p:pic>
      <p:pic>
        <p:nvPicPr>
          <p:cNvPr descr=" " id="299" name="Google Shape;299;p27"/>
          <p:cNvPicPr preferRelativeResize="0"/>
          <p:nvPr/>
        </p:nvPicPr>
        <p:blipFill rotWithShape="1">
          <a:blip r:embed="rId3">
            <a:alphaModFix/>
          </a:blip>
          <a:srcRect b="0" l="0" r="0" t="0"/>
          <a:stretch/>
        </p:blipFill>
        <p:spPr>
          <a:xfrm>
            <a:off x="4242268" y="4213922"/>
            <a:ext cx="186342" cy="156315"/>
          </a:xfrm>
          <a:prstGeom prst="rect">
            <a:avLst/>
          </a:prstGeom>
          <a:noFill/>
          <a:ln>
            <a:noFill/>
          </a:ln>
        </p:spPr>
      </p:pic>
      <p:pic>
        <p:nvPicPr>
          <p:cNvPr descr=" " id="300" name="Google Shape;300;p27"/>
          <p:cNvPicPr preferRelativeResize="0"/>
          <p:nvPr/>
        </p:nvPicPr>
        <p:blipFill rotWithShape="1">
          <a:blip r:embed="rId4">
            <a:alphaModFix/>
          </a:blip>
          <a:srcRect b="0" l="0" r="0" t="0"/>
          <a:stretch/>
        </p:blipFill>
        <p:spPr>
          <a:xfrm>
            <a:off x="2686354" y="4304750"/>
            <a:ext cx="9525" cy="119048"/>
          </a:xfrm>
          <a:prstGeom prst="rect">
            <a:avLst/>
          </a:prstGeom>
          <a:noFill/>
          <a:ln>
            <a:noFill/>
          </a:ln>
        </p:spPr>
      </p:pic>
      <p:pic>
        <p:nvPicPr>
          <p:cNvPr descr=" " id="301" name="Google Shape;301;p27"/>
          <p:cNvPicPr preferRelativeResize="0"/>
          <p:nvPr/>
        </p:nvPicPr>
        <p:blipFill rotWithShape="1">
          <a:blip r:embed="rId5">
            <a:alphaModFix/>
          </a:blip>
          <a:srcRect b="0" l="0" r="0" t="0"/>
          <a:stretch/>
        </p:blipFill>
        <p:spPr>
          <a:xfrm>
            <a:off x="2619678" y="4360709"/>
            <a:ext cx="126206" cy="9525"/>
          </a:xfrm>
          <a:prstGeom prst="rect">
            <a:avLst/>
          </a:prstGeom>
          <a:noFill/>
          <a:ln>
            <a:noFill/>
          </a:ln>
        </p:spPr>
      </p:pic>
      <p:pic>
        <p:nvPicPr>
          <p:cNvPr descr=" " id="302" name="Google Shape;302;p27"/>
          <p:cNvPicPr preferRelativeResize="0"/>
          <p:nvPr/>
        </p:nvPicPr>
        <p:blipFill rotWithShape="1">
          <a:blip r:embed="rId6">
            <a:alphaModFix/>
          </a:blip>
          <a:srcRect b="0" l="0" r="0" t="0"/>
          <a:stretch/>
        </p:blipFill>
        <p:spPr>
          <a:xfrm>
            <a:off x="2648849" y="4321940"/>
            <a:ext cx="76200" cy="76191"/>
          </a:xfrm>
          <a:prstGeom prst="rect">
            <a:avLst/>
          </a:prstGeom>
          <a:noFill/>
          <a:ln>
            <a:noFill/>
          </a:ln>
        </p:spPr>
      </p:pic>
      <p:pic>
        <p:nvPicPr>
          <p:cNvPr descr=" " id="303" name="Google Shape;303;p27"/>
          <p:cNvPicPr preferRelativeResize="0"/>
          <p:nvPr/>
        </p:nvPicPr>
        <p:blipFill rotWithShape="1">
          <a:blip r:embed="rId7">
            <a:alphaModFix/>
          </a:blip>
          <a:srcRect b="0" l="0" r="0" t="0"/>
          <a:stretch/>
        </p:blipFill>
        <p:spPr>
          <a:xfrm>
            <a:off x="2231617" y="4655018"/>
            <a:ext cx="1043003" cy="488477"/>
          </a:xfrm>
          <a:prstGeom prst="rect">
            <a:avLst/>
          </a:prstGeom>
          <a:noFill/>
          <a:ln>
            <a:noFill/>
          </a:ln>
        </p:spPr>
      </p:pic>
      <p:pic>
        <p:nvPicPr>
          <p:cNvPr descr=" " id="304" name="Google Shape;304;p27"/>
          <p:cNvPicPr preferRelativeResize="0"/>
          <p:nvPr/>
        </p:nvPicPr>
        <p:blipFill rotWithShape="1">
          <a:blip r:embed="rId7">
            <a:alphaModFix/>
          </a:blip>
          <a:srcRect b="0" l="0" r="0" t="0"/>
          <a:stretch/>
        </p:blipFill>
        <p:spPr>
          <a:xfrm rot="3668457">
            <a:off x="8156892" y="75518"/>
            <a:ext cx="1043003" cy="488477"/>
          </a:xfrm>
          <a:prstGeom prst="rect">
            <a:avLst/>
          </a:prstGeom>
          <a:noFill/>
          <a:ln>
            <a:noFill/>
          </a:ln>
        </p:spPr>
      </p:pic>
      <p:pic>
        <p:nvPicPr>
          <p:cNvPr descr=" " id="305" name="Google Shape;305;p27"/>
          <p:cNvPicPr preferRelativeResize="0"/>
          <p:nvPr/>
        </p:nvPicPr>
        <p:blipFill rotWithShape="1">
          <a:blip r:embed="rId8">
            <a:alphaModFix/>
          </a:blip>
          <a:srcRect b="0" l="0" r="0" t="0"/>
          <a:stretch/>
        </p:blipFill>
        <p:spPr>
          <a:xfrm>
            <a:off x="-78417" y="-106680"/>
            <a:ext cx="465512" cy="508408"/>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ints 4_3">
  <p:cSld name="CUSTOM_3_1">
    <p:spTree>
      <p:nvGrpSpPr>
        <p:cNvPr id="306" name="Shape 306"/>
        <p:cNvGrpSpPr/>
        <p:nvPr/>
      </p:nvGrpSpPr>
      <p:grpSpPr>
        <a:xfrm>
          <a:off x="0" y="0"/>
          <a:ext cx="0" cy="0"/>
          <a:chOff x="0" y="0"/>
          <a:chExt cx="0" cy="0"/>
        </a:xfrm>
      </p:grpSpPr>
      <p:sp>
        <p:nvSpPr>
          <p:cNvPr id="307" name="Google Shape;307;p28"/>
          <p:cNvSpPr txBox="1"/>
          <p:nvPr>
            <p:ph type="title"/>
          </p:nvPr>
        </p:nvSpPr>
        <p:spPr>
          <a:xfrm>
            <a:off x="1245150" y="401725"/>
            <a:ext cx="6653700" cy="423600"/>
          </a:xfrm>
          <a:prstGeom prst="rect">
            <a:avLst/>
          </a:prstGeom>
        </p:spPr>
        <p:txBody>
          <a:bodyPr anchorCtr="0" anchor="ctr" bIns="34275" lIns="34275" spcFirstLastPara="1" rIns="34275" wrap="square" tIns="34275">
            <a:spAutoFit/>
          </a:bodyPr>
          <a:lstStyle>
            <a:lvl1pPr lvl="0" algn="ctr">
              <a:spcBef>
                <a:spcPts val="0"/>
              </a:spcBef>
              <a:spcAft>
                <a:spcPts val="0"/>
              </a:spcAft>
              <a:buSzPts val="2400"/>
              <a:buNone/>
              <a:defRPr sz="2400"/>
            </a:lvl1pPr>
            <a:lvl2pPr lvl="1">
              <a:spcBef>
                <a:spcPts val="0"/>
              </a:spcBef>
              <a:spcAft>
                <a:spcPts val="0"/>
              </a:spcAft>
              <a:buSzPts val="500"/>
              <a:buNone/>
              <a:defRPr>
                <a:latin typeface="Lato Light"/>
                <a:ea typeface="Lato Light"/>
                <a:cs typeface="Lato Light"/>
                <a:sym typeface="Lato Light"/>
              </a:defRPr>
            </a:lvl2pPr>
            <a:lvl3pPr lvl="2">
              <a:spcBef>
                <a:spcPts val="0"/>
              </a:spcBef>
              <a:spcAft>
                <a:spcPts val="0"/>
              </a:spcAft>
              <a:buSzPts val="500"/>
              <a:buNone/>
              <a:defRPr>
                <a:latin typeface="Lato Light"/>
                <a:ea typeface="Lato Light"/>
                <a:cs typeface="Lato Light"/>
                <a:sym typeface="Lato Light"/>
              </a:defRPr>
            </a:lvl3pPr>
            <a:lvl4pPr lvl="3">
              <a:spcBef>
                <a:spcPts val="0"/>
              </a:spcBef>
              <a:spcAft>
                <a:spcPts val="0"/>
              </a:spcAft>
              <a:buSzPts val="500"/>
              <a:buNone/>
              <a:defRPr>
                <a:latin typeface="Lato Light"/>
                <a:ea typeface="Lato Light"/>
                <a:cs typeface="Lato Light"/>
                <a:sym typeface="Lato Light"/>
              </a:defRPr>
            </a:lvl4pPr>
            <a:lvl5pPr lvl="4">
              <a:spcBef>
                <a:spcPts val="0"/>
              </a:spcBef>
              <a:spcAft>
                <a:spcPts val="0"/>
              </a:spcAft>
              <a:buSzPts val="500"/>
              <a:buNone/>
              <a:defRPr>
                <a:latin typeface="Lato Light"/>
                <a:ea typeface="Lato Light"/>
                <a:cs typeface="Lato Light"/>
                <a:sym typeface="Lato Light"/>
              </a:defRPr>
            </a:lvl5pPr>
            <a:lvl6pPr lvl="5">
              <a:spcBef>
                <a:spcPts val="0"/>
              </a:spcBef>
              <a:spcAft>
                <a:spcPts val="0"/>
              </a:spcAft>
              <a:buSzPts val="500"/>
              <a:buNone/>
              <a:defRPr>
                <a:latin typeface="Lato Light"/>
                <a:ea typeface="Lato Light"/>
                <a:cs typeface="Lato Light"/>
                <a:sym typeface="Lato Light"/>
              </a:defRPr>
            </a:lvl6pPr>
            <a:lvl7pPr lvl="6">
              <a:spcBef>
                <a:spcPts val="0"/>
              </a:spcBef>
              <a:spcAft>
                <a:spcPts val="0"/>
              </a:spcAft>
              <a:buSzPts val="500"/>
              <a:buNone/>
              <a:defRPr>
                <a:latin typeface="Lato Light"/>
                <a:ea typeface="Lato Light"/>
                <a:cs typeface="Lato Light"/>
                <a:sym typeface="Lato Light"/>
              </a:defRPr>
            </a:lvl7pPr>
            <a:lvl8pPr lvl="7">
              <a:spcBef>
                <a:spcPts val="0"/>
              </a:spcBef>
              <a:spcAft>
                <a:spcPts val="0"/>
              </a:spcAft>
              <a:buSzPts val="500"/>
              <a:buNone/>
              <a:defRPr>
                <a:latin typeface="Lato Light"/>
                <a:ea typeface="Lato Light"/>
                <a:cs typeface="Lato Light"/>
                <a:sym typeface="Lato Light"/>
              </a:defRPr>
            </a:lvl8pPr>
            <a:lvl9pPr lvl="8">
              <a:spcBef>
                <a:spcPts val="0"/>
              </a:spcBef>
              <a:spcAft>
                <a:spcPts val="0"/>
              </a:spcAft>
              <a:buSzPts val="500"/>
              <a:buNone/>
              <a:defRPr>
                <a:latin typeface="Lato Light"/>
                <a:ea typeface="Lato Light"/>
                <a:cs typeface="Lato Light"/>
                <a:sym typeface="Lato Light"/>
              </a:defRPr>
            </a:lvl9pPr>
          </a:lstStyle>
          <a:p/>
        </p:txBody>
      </p:sp>
      <p:sp>
        <p:nvSpPr>
          <p:cNvPr id="308" name="Google Shape;308;p28"/>
          <p:cNvSpPr txBox="1"/>
          <p:nvPr>
            <p:ph idx="1" type="subTitle"/>
          </p:nvPr>
        </p:nvSpPr>
        <p:spPr>
          <a:xfrm>
            <a:off x="1106375" y="1444225"/>
            <a:ext cx="2881500" cy="1302000"/>
          </a:xfrm>
          <a:prstGeom prst="rect">
            <a:avLst/>
          </a:prstGeom>
        </p:spPr>
        <p:txBody>
          <a:bodyPr anchorCtr="0" anchor="t" bIns="91425" lIns="91425" spcFirstLastPara="1" rIns="91425" wrap="square" tIns="91425">
            <a:normAutofit/>
          </a:bodyPr>
          <a:lstStyle>
            <a:lvl1pPr lvl="0">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lgn="r">
              <a:spcBef>
                <a:spcPts val="0"/>
              </a:spcBef>
              <a:spcAft>
                <a:spcPts val="0"/>
              </a:spcAft>
              <a:buSzPts val="1100"/>
              <a:buNone/>
              <a:defRPr sz="1100"/>
            </a:lvl2pPr>
            <a:lvl3pPr lvl="2" algn="r">
              <a:spcBef>
                <a:spcPts val="0"/>
              </a:spcBef>
              <a:spcAft>
                <a:spcPts val="0"/>
              </a:spcAft>
              <a:buSzPts val="1100"/>
              <a:buNone/>
              <a:defRPr sz="1100"/>
            </a:lvl3pPr>
            <a:lvl4pPr lvl="3" algn="r">
              <a:spcBef>
                <a:spcPts val="0"/>
              </a:spcBef>
              <a:spcAft>
                <a:spcPts val="0"/>
              </a:spcAft>
              <a:buSzPts val="1100"/>
              <a:buNone/>
              <a:defRPr sz="1100"/>
            </a:lvl4pPr>
            <a:lvl5pPr lvl="4" algn="r">
              <a:spcBef>
                <a:spcPts val="0"/>
              </a:spcBef>
              <a:spcAft>
                <a:spcPts val="0"/>
              </a:spcAft>
              <a:buSzPts val="1100"/>
              <a:buNone/>
              <a:defRPr sz="1100"/>
            </a:lvl5pPr>
            <a:lvl6pPr lvl="5" algn="r">
              <a:spcBef>
                <a:spcPts val="0"/>
              </a:spcBef>
              <a:spcAft>
                <a:spcPts val="0"/>
              </a:spcAft>
              <a:buSzPts val="1100"/>
              <a:buNone/>
              <a:defRPr sz="1100"/>
            </a:lvl6pPr>
            <a:lvl7pPr lvl="6" algn="r">
              <a:spcBef>
                <a:spcPts val="0"/>
              </a:spcBef>
              <a:spcAft>
                <a:spcPts val="0"/>
              </a:spcAft>
              <a:buSzPts val="1100"/>
              <a:buNone/>
              <a:defRPr sz="1100"/>
            </a:lvl7pPr>
            <a:lvl8pPr lvl="7" algn="r">
              <a:spcBef>
                <a:spcPts val="0"/>
              </a:spcBef>
              <a:spcAft>
                <a:spcPts val="0"/>
              </a:spcAft>
              <a:buSzPts val="1100"/>
              <a:buNone/>
              <a:defRPr sz="1100"/>
            </a:lvl8pPr>
            <a:lvl9pPr lvl="8" algn="r">
              <a:spcBef>
                <a:spcPts val="0"/>
              </a:spcBef>
              <a:spcAft>
                <a:spcPts val="0"/>
              </a:spcAft>
              <a:buSzPts val="1100"/>
              <a:buNone/>
              <a:defRPr sz="1100"/>
            </a:lvl9pPr>
          </a:lstStyle>
          <a:p/>
        </p:txBody>
      </p:sp>
      <p:sp>
        <p:nvSpPr>
          <p:cNvPr id="309" name="Google Shape;309;p28"/>
          <p:cNvSpPr txBox="1"/>
          <p:nvPr>
            <p:ph idx="2" type="subTitle"/>
          </p:nvPr>
        </p:nvSpPr>
        <p:spPr>
          <a:xfrm>
            <a:off x="5487500" y="1444225"/>
            <a:ext cx="2881500" cy="1302000"/>
          </a:xfrm>
          <a:prstGeom prst="rect">
            <a:avLst/>
          </a:prstGeom>
        </p:spPr>
        <p:txBody>
          <a:bodyPr anchorCtr="0" anchor="t" bIns="91425" lIns="91425" spcFirstLastPara="1" rIns="91425" wrap="square" tIns="91425">
            <a:normAutofit/>
          </a:bodyPr>
          <a:lstStyle>
            <a:lvl1pPr lvl="0">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lgn="r">
              <a:spcBef>
                <a:spcPts val="0"/>
              </a:spcBef>
              <a:spcAft>
                <a:spcPts val="0"/>
              </a:spcAft>
              <a:buSzPts val="1100"/>
              <a:buNone/>
              <a:defRPr sz="1100"/>
            </a:lvl2pPr>
            <a:lvl3pPr lvl="2" algn="r">
              <a:spcBef>
                <a:spcPts val="0"/>
              </a:spcBef>
              <a:spcAft>
                <a:spcPts val="0"/>
              </a:spcAft>
              <a:buSzPts val="1100"/>
              <a:buNone/>
              <a:defRPr sz="1100"/>
            </a:lvl3pPr>
            <a:lvl4pPr lvl="3" algn="r">
              <a:spcBef>
                <a:spcPts val="0"/>
              </a:spcBef>
              <a:spcAft>
                <a:spcPts val="0"/>
              </a:spcAft>
              <a:buSzPts val="1100"/>
              <a:buNone/>
              <a:defRPr sz="1100"/>
            </a:lvl4pPr>
            <a:lvl5pPr lvl="4" algn="r">
              <a:spcBef>
                <a:spcPts val="0"/>
              </a:spcBef>
              <a:spcAft>
                <a:spcPts val="0"/>
              </a:spcAft>
              <a:buSzPts val="1100"/>
              <a:buNone/>
              <a:defRPr sz="1100"/>
            </a:lvl5pPr>
            <a:lvl6pPr lvl="5" algn="r">
              <a:spcBef>
                <a:spcPts val="0"/>
              </a:spcBef>
              <a:spcAft>
                <a:spcPts val="0"/>
              </a:spcAft>
              <a:buSzPts val="1100"/>
              <a:buNone/>
              <a:defRPr sz="1100"/>
            </a:lvl6pPr>
            <a:lvl7pPr lvl="6" algn="r">
              <a:spcBef>
                <a:spcPts val="0"/>
              </a:spcBef>
              <a:spcAft>
                <a:spcPts val="0"/>
              </a:spcAft>
              <a:buSzPts val="1100"/>
              <a:buNone/>
              <a:defRPr sz="1100"/>
            </a:lvl7pPr>
            <a:lvl8pPr lvl="7" algn="r">
              <a:spcBef>
                <a:spcPts val="0"/>
              </a:spcBef>
              <a:spcAft>
                <a:spcPts val="0"/>
              </a:spcAft>
              <a:buSzPts val="1100"/>
              <a:buNone/>
              <a:defRPr sz="1100"/>
            </a:lvl8pPr>
            <a:lvl9pPr lvl="8" algn="r">
              <a:spcBef>
                <a:spcPts val="0"/>
              </a:spcBef>
              <a:spcAft>
                <a:spcPts val="0"/>
              </a:spcAft>
              <a:buSzPts val="1100"/>
              <a:buNone/>
              <a:defRPr sz="1100"/>
            </a:lvl9pPr>
          </a:lstStyle>
          <a:p/>
        </p:txBody>
      </p:sp>
      <p:sp>
        <p:nvSpPr>
          <p:cNvPr id="310" name="Google Shape;310;p28"/>
          <p:cNvSpPr txBox="1"/>
          <p:nvPr>
            <p:ph idx="3" type="subTitle"/>
          </p:nvPr>
        </p:nvSpPr>
        <p:spPr>
          <a:xfrm>
            <a:off x="1106375" y="3174175"/>
            <a:ext cx="2881500" cy="1302000"/>
          </a:xfrm>
          <a:prstGeom prst="rect">
            <a:avLst/>
          </a:prstGeom>
        </p:spPr>
        <p:txBody>
          <a:bodyPr anchorCtr="0" anchor="t" bIns="91425" lIns="91425" spcFirstLastPara="1" rIns="91425" wrap="square" tIns="91425">
            <a:normAutofit/>
          </a:bodyPr>
          <a:lstStyle>
            <a:lvl1pPr lvl="0">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lgn="r">
              <a:spcBef>
                <a:spcPts val="0"/>
              </a:spcBef>
              <a:spcAft>
                <a:spcPts val="0"/>
              </a:spcAft>
              <a:buSzPts val="1100"/>
              <a:buNone/>
              <a:defRPr sz="1100"/>
            </a:lvl2pPr>
            <a:lvl3pPr lvl="2" algn="r">
              <a:spcBef>
                <a:spcPts val="0"/>
              </a:spcBef>
              <a:spcAft>
                <a:spcPts val="0"/>
              </a:spcAft>
              <a:buSzPts val="1100"/>
              <a:buNone/>
              <a:defRPr sz="1100"/>
            </a:lvl3pPr>
            <a:lvl4pPr lvl="3" algn="r">
              <a:spcBef>
                <a:spcPts val="0"/>
              </a:spcBef>
              <a:spcAft>
                <a:spcPts val="0"/>
              </a:spcAft>
              <a:buSzPts val="1100"/>
              <a:buNone/>
              <a:defRPr sz="1100"/>
            </a:lvl4pPr>
            <a:lvl5pPr lvl="4" algn="r">
              <a:spcBef>
                <a:spcPts val="0"/>
              </a:spcBef>
              <a:spcAft>
                <a:spcPts val="0"/>
              </a:spcAft>
              <a:buSzPts val="1100"/>
              <a:buNone/>
              <a:defRPr sz="1100"/>
            </a:lvl5pPr>
            <a:lvl6pPr lvl="5" algn="r">
              <a:spcBef>
                <a:spcPts val="0"/>
              </a:spcBef>
              <a:spcAft>
                <a:spcPts val="0"/>
              </a:spcAft>
              <a:buSzPts val="1100"/>
              <a:buNone/>
              <a:defRPr sz="1100"/>
            </a:lvl6pPr>
            <a:lvl7pPr lvl="6" algn="r">
              <a:spcBef>
                <a:spcPts val="0"/>
              </a:spcBef>
              <a:spcAft>
                <a:spcPts val="0"/>
              </a:spcAft>
              <a:buSzPts val="1100"/>
              <a:buNone/>
              <a:defRPr sz="1100"/>
            </a:lvl7pPr>
            <a:lvl8pPr lvl="7" algn="r">
              <a:spcBef>
                <a:spcPts val="0"/>
              </a:spcBef>
              <a:spcAft>
                <a:spcPts val="0"/>
              </a:spcAft>
              <a:buSzPts val="1100"/>
              <a:buNone/>
              <a:defRPr sz="1100"/>
            </a:lvl8pPr>
            <a:lvl9pPr lvl="8" algn="r">
              <a:spcBef>
                <a:spcPts val="0"/>
              </a:spcBef>
              <a:spcAft>
                <a:spcPts val="0"/>
              </a:spcAft>
              <a:buSzPts val="1100"/>
              <a:buNone/>
              <a:defRPr sz="1100"/>
            </a:lvl9pPr>
          </a:lstStyle>
          <a:p/>
        </p:txBody>
      </p:sp>
      <p:sp>
        <p:nvSpPr>
          <p:cNvPr id="311" name="Google Shape;311;p28"/>
          <p:cNvSpPr txBox="1"/>
          <p:nvPr>
            <p:ph idx="4" type="subTitle"/>
          </p:nvPr>
        </p:nvSpPr>
        <p:spPr>
          <a:xfrm>
            <a:off x="5487500" y="3174175"/>
            <a:ext cx="2881500" cy="1302000"/>
          </a:xfrm>
          <a:prstGeom prst="rect">
            <a:avLst/>
          </a:prstGeom>
        </p:spPr>
        <p:txBody>
          <a:bodyPr anchorCtr="0" anchor="t" bIns="91425" lIns="91425" spcFirstLastPara="1" rIns="91425" wrap="square" tIns="91425">
            <a:normAutofit/>
          </a:bodyPr>
          <a:lstStyle>
            <a:lvl1pPr lvl="0">
              <a:spcBef>
                <a:spcPts val="0"/>
              </a:spcBef>
              <a:spcAft>
                <a:spcPts val="0"/>
              </a:spcAft>
              <a:buSzPts val="1100"/>
              <a:buFont typeface="Open Sans Medium"/>
              <a:buNone/>
              <a:defRPr sz="1100">
                <a:latin typeface="Open Sans Medium"/>
                <a:ea typeface="Open Sans Medium"/>
                <a:cs typeface="Open Sans Medium"/>
                <a:sym typeface="Open Sans Medium"/>
              </a:defRPr>
            </a:lvl1pPr>
            <a:lvl2pPr lvl="1" algn="r">
              <a:spcBef>
                <a:spcPts val="0"/>
              </a:spcBef>
              <a:spcAft>
                <a:spcPts val="0"/>
              </a:spcAft>
              <a:buSzPts val="1100"/>
              <a:buNone/>
              <a:defRPr sz="1100"/>
            </a:lvl2pPr>
            <a:lvl3pPr lvl="2" algn="r">
              <a:spcBef>
                <a:spcPts val="0"/>
              </a:spcBef>
              <a:spcAft>
                <a:spcPts val="0"/>
              </a:spcAft>
              <a:buSzPts val="1100"/>
              <a:buNone/>
              <a:defRPr sz="1100"/>
            </a:lvl3pPr>
            <a:lvl4pPr lvl="3" algn="r">
              <a:spcBef>
                <a:spcPts val="0"/>
              </a:spcBef>
              <a:spcAft>
                <a:spcPts val="0"/>
              </a:spcAft>
              <a:buSzPts val="1100"/>
              <a:buNone/>
              <a:defRPr sz="1100"/>
            </a:lvl4pPr>
            <a:lvl5pPr lvl="4" algn="r">
              <a:spcBef>
                <a:spcPts val="0"/>
              </a:spcBef>
              <a:spcAft>
                <a:spcPts val="0"/>
              </a:spcAft>
              <a:buSzPts val="1100"/>
              <a:buNone/>
              <a:defRPr sz="1100"/>
            </a:lvl5pPr>
            <a:lvl6pPr lvl="5" algn="r">
              <a:spcBef>
                <a:spcPts val="0"/>
              </a:spcBef>
              <a:spcAft>
                <a:spcPts val="0"/>
              </a:spcAft>
              <a:buSzPts val="1100"/>
              <a:buNone/>
              <a:defRPr sz="1100"/>
            </a:lvl6pPr>
            <a:lvl7pPr lvl="6" algn="r">
              <a:spcBef>
                <a:spcPts val="0"/>
              </a:spcBef>
              <a:spcAft>
                <a:spcPts val="0"/>
              </a:spcAft>
              <a:buSzPts val="1100"/>
              <a:buNone/>
              <a:defRPr sz="1100"/>
            </a:lvl7pPr>
            <a:lvl8pPr lvl="7" algn="r">
              <a:spcBef>
                <a:spcPts val="0"/>
              </a:spcBef>
              <a:spcAft>
                <a:spcPts val="0"/>
              </a:spcAft>
              <a:buSzPts val="1100"/>
              <a:buNone/>
              <a:defRPr sz="1100"/>
            </a:lvl8pPr>
            <a:lvl9pPr lvl="8" algn="r">
              <a:spcBef>
                <a:spcPts val="0"/>
              </a:spcBef>
              <a:spcAft>
                <a:spcPts val="0"/>
              </a:spcAft>
              <a:buSzPts val="1100"/>
              <a:buNone/>
              <a:defRPr sz="1100"/>
            </a:lvl9pPr>
          </a:lstStyle>
          <a:p/>
        </p:txBody>
      </p:sp>
      <p:pic>
        <p:nvPicPr>
          <p:cNvPr descr=" " id="312" name="Google Shape;312;p28"/>
          <p:cNvPicPr preferRelativeResize="0"/>
          <p:nvPr/>
        </p:nvPicPr>
        <p:blipFill rotWithShape="1">
          <a:blip r:embed="rId2">
            <a:alphaModFix/>
          </a:blip>
          <a:srcRect b="0" l="0" r="0" t="0"/>
          <a:stretch/>
        </p:blipFill>
        <p:spPr>
          <a:xfrm>
            <a:off x="8573358" y="-137400"/>
            <a:ext cx="638850" cy="539119"/>
          </a:xfrm>
          <a:prstGeom prst="rect">
            <a:avLst/>
          </a:prstGeom>
          <a:noFill/>
          <a:ln>
            <a:noFill/>
          </a:ln>
        </p:spPr>
      </p:pic>
      <p:pic>
        <p:nvPicPr>
          <p:cNvPr id="313" name="Google Shape;313;p28"/>
          <p:cNvPicPr preferRelativeResize="0"/>
          <p:nvPr/>
        </p:nvPicPr>
        <p:blipFill>
          <a:blip r:embed="rId3">
            <a:alphaModFix/>
          </a:blip>
          <a:stretch>
            <a:fillRect/>
          </a:stretch>
        </p:blipFill>
        <p:spPr>
          <a:xfrm rot="-1048190">
            <a:off x="-1393651" y="-1381176"/>
            <a:ext cx="2332475" cy="2399244"/>
          </a:xfrm>
          <a:prstGeom prst="rect">
            <a:avLst/>
          </a:prstGeom>
          <a:noFill/>
          <a:ln>
            <a:noFill/>
          </a:ln>
        </p:spPr>
      </p:pic>
      <p:pic>
        <p:nvPicPr>
          <p:cNvPr id="314" name="Google Shape;314;p28"/>
          <p:cNvPicPr preferRelativeResize="0"/>
          <p:nvPr/>
        </p:nvPicPr>
        <p:blipFill>
          <a:blip r:embed="rId4">
            <a:alphaModFix/>
          </a:blip>
          <a:stretch>
            <a:fillRect/>
          </a:stretch>
        </p:blipFill>
        <p:spPr>
          <a:xfrm rot="6940082">
            <a:off x="7950225" y="4082249"/>
            <a:ext cx="2524952" cy="2504202"/>
          </a:xfrm>
          <a:prstGeom prst="rect">
            <a:avLst/>
          </a:prstGeom>
          <a:noFill/>
          <a:ln>
            <a:noFill/>
          </a:ln>
        </p:spPr>
      </p:pic>
      <p:pic>
        <p:nvPicPr>
          <p:cNvPr descr=" " id="315" name="Google Shape;315;p28"/>
          <p:cNvPicPr preferRelativeResize="0"/>
          <p:nvPr/>
        </p:nvPicPr>
        <p:blipFill rotWithShape="1">
          <a:blip r:embed="rId5">
            <a:alphaModFix/>
          </a:blip>
          <a:srcRect b="0" l="0" r="0" t="0"/>
          <a:stretch/>
        </p:blipFill>
        <p:spPr>
          <a:xfrm>
            <a:off x="835804" y="4587218"/>
            <a:ext cx="227910" cy="232497"/>
          </a:xfrm>
          <a:prstGeom prst="rect">
            <a:avLst/>
          </a:prstGeom>
          <a:noFill/>
          <a:ln>
            <a:noFill/>
          </a:ln>
        </p:spPr>
      </p:pic>
      <p:sp>
        <p:nvSpPr>
          <p:cNvPr id="316" name="Google Shape;316;p28"/>
          <p:cNvSpPr/>
          <p:nvPr/>
        </p:nvSpPr>
        <p:spPr>
          <a:xfrm>
            <a:off x="1078727" y="3782700"/>
            <a:ext cx="133200" cy="133500"/>
          </a:xfrm>
          <a:prstGeom prst="ellipse">
            <a:avLst/>
          </a:prstGeom>
          <a:noFill/>
          <a:ln cap="flat" cmpd="sng" w="50800">
            <a:solidFill>
              <a:srgbClr val="FFFFFF"/>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descr=" " id="317" name="Google Shape;317;p28"/>
          <p:cNvPicPr preferRelativeResize="0"/>
          <p:nvPr/>
        </p:nvPicPr>
        <p:blipFill rotWithShape="1">
          <a:blip r:embed="rId6">
            <a:alphaModFix/>
          </a:blip>
          <a:srcRect b="0" l="0" r="0" t="0"/>
          <a:stretch/>
        </p:blipFill>
        <p:spPr>
          <a:xfrm>
            <a:off x="6665137" y="4687566"/>
            <a:ext cx="151216" cy="300103"/>
          </a:xfrm>
          <a:prstGeom prst="rect">
            <a:avLst/>
          </a:prstGeom>
          <a:noFill/>
          <a:ln>
            <a:noFill/>
          </a:ln>
        </p:spPr>
      </p:pic>
      <p:pic>
        <p:nvPicPr>
          <p:cNvPr descr=" " id="318" name="Google Shape;318;p28"/>
          <p:cNvPicPr preferRelativeResize="0"/>
          <p:nvPr/>
        </p:nvPicPr>
        <p:blipFill rotWithShape="1">
          <a:blip r:embed="rId7">
            <a:alphaModFix/>
          </a:blip>
          <a:srcRect b="0" l="0" r="0" t="0"/>
          <a:stretch/>
        </p:blipFill>
        <p:spPr>
          <a:xfrm>
            <a:off x="3433241" y="4427442"/>
            <a:ext cx="183322" cy="163263"/>
          </a:xfrm>
          <a:prstGeom prst="rect">
            <a:avLst/>
          </a:prstGeom>
          <a:noFill/>
          <a:ln>
            <a:noFill/>
          </a:ln>
        </p:spPr>
      </p:pic>
      <p:sp>
        <p:nvSpPr>
          <p:cNvPr id="319" name="Google Shape;319;p28"/>
          <p:cNvSpPr/>
          <p:nvPr/>
        </p:nvSpPr>
        <p:spPr>
          <a:xfrm>
            <a:off x="4493442" y="4578038"/>
            <a:ext cx="66600" cy="66600"/>
          </a:xfrm>
          <a:prstGeom prst="ellipse">
            <a:avLst/>
          </a:prstGeom>
          <a:noFill/>
          <a:ln cap="flat" cmpd="sng" w="50800">
            <a:solidFill>
              <a:srgbClr val="FF8B71"/>
            </a:solidFill>
            <a:prstDash val="solid"/>
            <a:round/>
            <a:headEnd len="sm" w="sm" type="none"/>
            <a:tailEnd len="sm" w="sm" type="none"/>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descr=" " id="320" name="Google Shape;320;p28"/>
          <p:cNvPicPr preferRelativeResize="0"/>
          <p:nvPr/>
        </p:nvPicPr>
        <p:blipFill rotWithShape="1">
          <a:blip r:embed="rId8">
            <a:alphaModFix/>
          </a:blip>
          <a:srcRect b="0" l="0" r="0" t="0"/>
          <a:stretch/>
        </p:blipFill>
        <p:spPr>
          <a:xfrm>
            <a:off x="2331265" y="4497075"/>
            <a:ext cx="9525" cy="119048"/>
          </a:xfrm>
          <a:prstGeom prst="rect">
            <a:avLst/>
          </a:prstGeom>
          <a:noFill/>
          <a:ln>
            <a:noFill/>
          </a:ln>
        </p:spPr>
      </p:pic>
      <p:pic>
        <p:nvPicPr>
          <p:cNvPr descr=" " id="321" name="Google Shape;321;p28"/>
          <p:cNvPicPr preferRelativeResize="0"/>
          <p:nvPr/>
        </p:nvPicPr>
        <p:blipFill rotWithShape="1">
          <a:blip r:embed="rId9">
            <a:alphaModFix/>
          </a:blip>
          <a:srcRect b="0" l="0" r="0" t="0"/>
          <a:stretch/>
        </p:blipFill>
        <p:spPr>
          <a:xfrm>
            <a:off x="2264590" y="4553034"/>
            <a:ext cx="126206" cy="9525"/>
          </a:xfrm>
          <a:prstGeom prst="rect">
            <a:avLst/>
          </a:prstGeom>
          <a:noFill/>
          <a:ln>
            <a:noFill/>
          </a:ln>
        </p:spPr>
      </p:pic>
      <p:pic>
        <p:nvPicPr>
          <p:cNvPr descr=" " id="322" name="Google Shape;322;p28"/>
          <p:cNvPicPr preferRelativeResize="0"/>
          <p:nvPr/>
        </p:nvPicPr>
        <p:blipFill rotWithShape="1">
          <a:blip r:embed="rId10">
            <a:alphaModFix/>
          </a:blip>
          <a:srcRect b="0" l="0" r="0" t="0"/>
          <a:stretch/>
        </p:blipFill>
        <p:spPr>
          <a:xfrm>
            <a:off x="2293760" y="4514265"/>
            <a:ext cx="76200" cy="76191"/>
          </a:xfrm>
          <a:prstGeom prst="rect">
            <a:avLst/>
          </a:prstGeom>
          <a:noFill/>
          <a:ln>
            <a:noFill/>
          </a:ln>
        </p:spPr>
      </p:pic>
      <p:pic>
        <p:nvPicPr>
          <p:cNvPr descr=" " id="323" name="Google Shape;323;p28"/>
          <p:cNvPicPr preferRelativeResize="0"/>
          <p:nvPr/>
        </p:nvPicPr>
        <p:blipFill rotWithShape="1">
          <a:blip r:embed="rId11">
            <a:alphaModFix/>
          </a:blip>
          <a:srcRect b="0" l="0" r="0" t="0"/>
          <a:stretch/>
        </p:blipFill>
        <p:spPr>
          <a:xfrm>
            <a:off x="2278878" y="4525650"/>
            <a:ext cx="110575" cy="67857"/>
          </a:xfrm>
          <a:prstGeom prst="rect">
            <a:avLst/>
          </a:prstGeom>
          <a:noFill/>
          <a:ln>
            <a:noFill/>
          </a:ln>
        </p:spPr>
      </p:pic>
      <p:pic>
        <p:nvPicPr>
          <p:cNvPr descr=" " id="324" name="Google Shape;324;p28"/>
          <p:cNvPicPr preferRelativeResize="0"/>
          <p:nvPr/>
        </p:nvPicPr>
        <p:blipFill rotWithShape="1">
          <a:blip r:embed="rId12">
            <a:alphaModFix/>
          </a:blip>
          <a:srcRect b="0" l="0" r="0" t="0"/>
          <a:stretch/>
        </p:blipFill>
        <p:spPr>
          <a:xfrm>
            <a:off x="5869806" y="3735075"/>
            <a:ext cx="9525" cy="119048"/>
          </a:xfrm>
          <a:prstGeom prst="rect">
            <a:avLst/>
          </a:prstGeom>
          <a:noFill/>
          <a:ln>
            <a:noFill/>
          </a:ln>
        </p:spPr>
      </p:pic>
      <p:pic>
        <p:nvPicPr>
          <p:cNvPr descr=" " id="325" name="Google Shape;325;p28"/>
          <p:cNvPicPr preferRelativeResize="0"/>
          <p:nvPr/>
        </p:nvPicPr>
        <p:blipFill rotWithShape="1">
          <a:blip r:embed="rId13">
            <a:alphaModFix/>
          </a:blip>
          <a:srcRect b="0" l="0" r="0" t="0"/>
          <a:stretch/>
        </p:blipFill>
        <p:spPr>
          <a:xfrm>
            <a:off x="5817418" y="3763650"/>
            <a:ext cx="110575" cy="67857"/>
          </a:xfrm>
          <a:prstGeom prst="rect">
            <a:avLst/>
          </a:prstGeom>
          <a:noFill/>
          <a:ln>
            <a:noFill/>
          </a:ln>
        </p:spPr>
      </p:pic>
      <p:pic>
        <p:nvPicPr>
          <p:cNvPr descr=" " id="326" name="Google Shape;326;p28"/>
          <p:cNvPicPr preferRelativeResize="0"/>
          <p:nvPr/>
        </p:nvPicPr>
        <p:blipFill rotWithShape="1">
          <a:blip r:embed="rId14">
            <a:alphaModFix/>
          </a:blip>
          <a:srcRect b="0" l="0" r="0" t="0"/>
          <a:stretch/>
        </p:blipFill>
        <p:spPr>
          <a:xfrm>
            <a:off x="2025617" y="-236157"/>
            <a:ext cx="1043003" cy="488477"/>
          </a:xfrm>
          <a:prstGeom prst="rect">
            <a:avLst/>
          </a:prstGeom>
          <a:noFill/>
          <a:ln>
            <a:noFill/>
          </a:ln>
        </p:spPr>
      </p:pic>
      <p:grpSp>
        <p:nvGrpSpPr>
          <p:cNvPr id="327" name="Google Shape;327;p28"/>
          <p:cNvGrpSpPr/>
          <p:nvPr/>
        </p:nvGrpSpPr>
        <p:grpSpPr>
          <a:xfrm>
            <a:off x="519426" y="1444213"/>
            <a:ext cx="487389" cy="442988"/>
            <a:chOff x="1328739" y="2128838"/>
            <a:chExt cx="487389" cy="442988"/>
          </a:xfrm>
        </p:grpSpPr>
        <p:pic>
          <p:nvPicPr>
            <p:cNvPr descr=" " id="328" name="Google Shape;328;p28"/>
            <p:cNvPicPr preferRelativeResize="0"/>
            <p:nvPr/>
          </p:nvPicPr>
          <p:blipFill rotWithShape="1">
            <a:blip r:embed="rId15">
              <a:alphaModFix/>
            </a:blip>
            <a:srcRect b="0" l="0" r="0" t="0"/>
            <a:stretch/>
          </p:blipFill>
          <p:spPr>
            <a:xfrm>
              <a:off x="1328739" y="2128838"/>
              <a:ext cx="487389" cy="428572"/>
            </a:xfrm>
            <a:prstGeom prst="rect">
              <a:avLst/>
            </a:prstGeom>
            <a:noFill/>
            <a:ln>
              <a:noFill/>
            </a:ln>
          </p:spPr>
        </p:pic>
        <p:sp>
          <p:nvSpPr>
            <p:cNvPr id="329" name="Google Shape;329;p28"/>
            <p:cNvSpPr/>
            <p:nvPr/>
          </p:nvSpPr>
          <p:spPr>
            <a:xfrm>
              <a:off x="1404939" y="2219325"/>
              <a:ext cx="328500" cy="352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FFFF"/>
                </a:buClr>
                <a:buSzPts val="1800"/>
                <a:buFont typeface="Balsamiq Sans"/>
                <a:buNone/>
              </a:pPr>
              <a:r>
                <a:rPr b="1" i="0" lang="en-GB" sz="1800" u="none" cap="none" strike="noStrike">
                  <a:solidFill>
                    <a:srgbClr val="FFFFFF"/>
                  </a:solidFill>
                  <a:latin typeface="Balsamiq Sans"/>
                  <a:ea typeface="Balsamiq Sans"/>
                  <a:cs typeface="Balsamiq Sans"/>
                  <a:sym typeface="Balsamiq Sans"/>
                </a:rPr>
                <a:t>01</a:t>
              </a:r>
              <a:endParaRPr b="0" i="0" sz="1800" u="none" cap="none" strike="noStrike">
                <a:solidFill>
                  <a:srgbClr val="000000"/>
                </a:solidFill>
                <a:latin typeface="Calibri"/>
                <a:ea typeface="Calibri"/>
                <a:cs typeface="Calibri"/>
                <a:sym typeface="Calibri"/>
              </a:endParaRPr>
            </a:p>
          </p:txBody>
        </p:sp>
      </p:grpSp>
      <p:grpSp>
        <p:nvGrpSpPr>
          <p:cNvPr id="330" name="Google Shape;330;p28"/>
          <p:cNvGrpSpPr/>
          <p:nvPr/>
        </p:nvGrpSpPr>
        <p:grpSpPr>
          <a:xfrm>
            <a:off x="5001542" y="1406388"/>
            <a:ext cx="438518" cy="442988"/>
            <a:chOff x="4343404" y="2128838"/>
            <a:chExt cx="438518" cy="442988"/>
          </a:xfrm>
        </p:grpSpPr>
        <p:pic>
          <p:nvPicPr>
            <p:cNvPr descr=" " id="331" name="Google Shape;331;p28"/>
            <p:cNvPicPr preferRelativeResize="0"/>
            <p:nvPr/>
          </p:nvPicPr>
          <p:blipFill rotWithShape="1">
            <a:blip r:embed="rId16">
              <a:alphaModFix/>
            </a:blip>
            <a:srcRect b="0" l="0" r="0" t="0"/>
            <a:stretch/>
          </p:blipFill>
          <p:spPr>
            <a:xfrm>
              <a:off x="4343404" y="2128838"/>
              <a:ext cx="438518" cy="428572"/>
            </a:xfrm>
            <a:prstGeom prst="rect">
              <a:avLst/>
            </a:prstGeom>
            <a:noFill/>
            <a:ln>
              <a:noFill/>
            </a:ln>
          </p:spPr>
        </p:pic>
        <p:sp>
          <p:nvSpPr>
            <p:cNvPr id="332" name="Google Shape;332;p28"/>
            <p:cNvSpPr/>
            <p:nvPr/>
          </p:nvSpPr>
          <p:spPr>
            <a:xfrm>
              <a:off x="4376742" y="2219325"/>
              <a:ext cx="366600" cy="3525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FFFF"/>
                </a:buClr>
                <a:buSzPts val="1800"/>
                <a:buFont typeface="Balsamiq Sans"/>
                <a:buNone/>
              </a:pPr>
              <a:r>
                <a:rPr b="1" i="0" lang="en-GB" sz="1800" u="none" cap="none" strike="noStrike">
                  <a:solidFill>
                    <a:srgbClr val="FFFFFF"/>
                  </a:solidFill>
                  <a:latin typeface="Balsamiq Sans"/>
                  <a:ea typeface="Balsamiq Sans"/>
                  <a:cs typeface="Balsamiq Sans"/>
                  <a:sym typeface="Balsamiq Sans"/>
                </a:rPr>
                <a:t>02</a:t>
              </a:r>
              <a:endParaRPr b="0" i="0" sz="1800" u="none" cap="none" strike="noStrike">
                <a:solidFill>
                  <a:srgbClr val="000000"/>
                </a:solidFill>
                <a:latin typeface="Calibri"/>
                <a:ea typeface="Calibri"/>
                <a:cs typeface="Calibri"/>
                <a:sym typeface="Calibri"/>
              </a:endParaRPr>
            </a:p>
          </p:txBody>
        </p:sp>
      </p:grpSp>
      <p:grpSp>
        <p:nvGrpSpPr>
          <p:cNvPr id="333" name="Google Shape;333;p28"/>
          <p:cNvGrpSpPr/>
          <p:nvPr/>
        </p:nvGrpSpPr>
        <p:grpSpPr>
          <a:xfrm>
            <a:off x="554414" y="3110713"/>
            <a:ext cx="452400" cy="516325"/>
            <a:chOff x="1319214" y="3319463"/>
            <a:chExt cx="452400" cy="516325"/>
          </a:xfrm>
        </p:grpSpPr>
        <p:pic>
          <p:nvPicPr>
            <p:cNvPr descr=" " id="334" name="Google Shape;334;p28"/>
            <p:cNvPicPr preferRelativeResize="0"/>
            <p:nvPr/>
          </p:nvPicPr>
          <p:blipFill rotWithShape="1">
            <a:blip r:embed="rId17">
              <a:alphaModFix/>
            </a:blip>
            <a:srcRect b="0" l="0" r="0" t="0"/>
            <a:stretch/>
          </p:blipFill>
          <p:spPr>
            <a:xfrm>
              <a:off x="1325814" y="3319463"/>
              <a:ext cx="439200" cy="442800"/>
            </a:xfrm>
            <a:prstGeom prst="rect">
              <a:avLst/>
            </a:prstGeom>
            <a:noFill/>
            <a:ln>
              <a:noFill/>
            </a:ln>
          </p:spPr>
        </p:pic>
        <p:sp>
          <p:nvSpPr>
            <p:cNvPr id="335" name="Google Shape;335;p28"/>
            <p:cNvSpPr/>
            <p:nvPr/>
          </p:nvSpPr>
          <p:spPr>
            <a:xfrm>
              <a:off x="1319214" y="3397488"/>
              <a:ext cx="452400" cy="4383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FFFF"/>
                </a:buClr>
                <a:buSzPts val="2200"/>
                <a:buFont typeface="Balsamiq Sans"/>
                <a:buNone/>
              </a:pPr>
              <a:r>
                <a:rPr b="1" i="0" lang="en-GB" sz="1800" u="none" cap="none" strike="noStrike">
                  <a:solidFill>
                    <a:srgbClr val="FFFFFF"/>
                  </a:solidFill>
                  <a:latin typeface="Balsamiq Sans"/>
                  <a:ea typeface="Balsamiq Sans"/>
                  <a:cs typeface="Balsamiq Sans"/>
                  <a:sym typeface="Balsamiq Sans"/>
                </a:rPr>
                <a:t>03</a:t>
              </a:r>
              <a:endParaRPr b="0" i="0" sz="1800" u="none" cap="none" strike="noStrike">
                <a:solidFill>
                  <a:srgbClr val="000000"/>
                </a:solidFill>
                <a:latin typeface="Calibri"/>
                <a:ea typeface="Calibri"/>
                <a:cs typeface="Calibri"/>
                <a:sym typeface="Calibri"/>
              </a:endParaRPr>
            </a:p>
          </p:txBody>
        </p:sp>
      </p:grpSp>
      <p:grpSp>
        <p:nvGrpSpPr>
          <p:cNvPr id="336" name="Google Shape;336;p28"/>
          <p:cNvGrpSpPr/>
          <p:nvPr/>
        </p:nvGrpSpPr>
        <p:grpSpPr>
          <a:xfrm>
            <a:off x="5014732" y="3154600"/>
            <a:ext cx="412140" cy="428572"/>
            <a:chOff x="7710495" y="2986088"/>
            <a:chExt cx="412140" cy="428572"/>
          </a:xfrm>
        </p:grpSpPr>
        <p:pic>
          <p:nvPicPr>
            <p:cNvPr descr=" " id="337" name="Google Shape;337;p28"/>
            <p:cNvPicPr preferRelativeResize="0"/>
            <p:nvPr/>
          </p:nvPicPr>
          <p:blipFill rotWithShape="1">
            <a:blip r:embed="rId18">
              <a:alphaModFix/>
            </a:blip>
            <a:srcRect b="0" l="0" r="0" t="0"/>
            <a:stretch/>
          </p:blipFill>
          <p:spPr>
            <a:xfrm>
              <a:off x="7710495" y="2986088"/>
              <a:ext cx="412140" cy="428572"/>
            </a:xfrm>
            <a:prstGeom prst="rect">
              <a:avLst/>
            </a:prstGeom>
            <a:noFill/>
            <a:ln>
              <a:noFill/>
            </a:ln>
          </p:spPr>
        </p:pic>
        <p:sp>
          <p:nvSpPr>
            <p:cNvPr id="338" name="Google Shape;338;p28"/>
            <p:cNvSpPr/>
            <p:nvPr/>
          </p:nvSpPr>
          <p:spPr>
            <a:xfrm>
              <a:off x="7754945" y="3095625"/>
              <a:ext cx="306300" cy="2922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FFFFFF"/>
                </a:buClr>
                <a:buSzPts val="1500"/>
                <a:buFont typeface="Balsamiq Sans"/>
                <a:buNone/>
              </a:pPr>
              <a:r>
                <a:rPr b="1" i="0" lang="en-GB" sz="1800" u="none" cap="none" strike="noStrike">
                  <a:solidFill>
                    <a:srgbClr val="FFFFFF"/>
                  </a:solidFill>
                  <a:latin typeface="Balsamiq Sans"/>
                  <a:ea typeface="Balsamiq Sans"/>
                  <a:cs typeface="Balsamiq Sans"/>
                  <a:sym typeface="Balsamiq Sans"/>
                </a:rPr>
                <a:t>04</a:t>
              </a:r>
              <a:endParaRPr i="0" sz="1800" u="none" cap="none" strike="noStrike">
                <a:solidFill>
                  <a:srgbClr val="000000"/>
                </a:solidFill>
                <a:latin typeface="Balsamiq Sans"/>
                <a:ea typeface="Balsamiq Sans"/>
                <a:cs typeface="Balsamiq Sans"/>
                <a:sym typeface="Balsamiq Sans"/>
              </a:endParaRPr>
            </a:p>
          </p:txBody>
        </p:sp>
      </p:grpSp>
    </p:spTree>
  </p:cSld>
  <p:clrMapOvr>
    <a:masterClrMapping/>
  </p:clrMapOvr>
  <p:extLst>
    <p:ext uri="{DCECCB84-F9BA-43D5-87BE-67443E8EF086}">
      <p15:sldGuideLst>
        <p15:guide id="1" pos="1404">
          <p15:clr>
            <a:srgbClr val="E46962"/>
          </p15:clr>
        </p15:guide>
        <p15:guide id="2" orient="horz" pos="979">
          <p15:clr>
            <a:srgbClr val="E46962"/>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6" Type="http://schemas.openxmlformats.org/officeDocument/2006/relationships/theme" Target="../theme/theme3.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3"/>
          <p:cNvSpPr txBox="1"/>
          <p:nvPr>
            <p:ph type="title"/>
          </p:nvPr>
        </p:nvSpPr>
        <p:spPr>
          <a:xfrm>
            <a:off x="948037" y="502088"/>
            <a:ext cx="7248000" cy="717300"/>
          </a:xfrm>
          <a:prstGeom prst="rect">
            <a:avLst/>
          </a:prstGeom>
          <a:noFill/>
          <a:ln>
            <a:noFill/>
          </a:ln>
        </p:spPr>
        <p:txBody>
          <a:bodyPr anchorCtr="0" anchor="t" bIns="34275" lIns="34275" spcFirstLastPara="1" rIns="34275" wrap="square" tIns="34275">
            <a:spAutoFit/>
          </a:bodyPr>
          <a:lstStyle>
            <a:lvl1pPr lvl="0">
              <a:spcBef>
                <a:spcPts val="0"/>
              </a:spcBef>
              <a:spcAft>
                <a:spcPts val="0"/>
              </a:spcAft>
              <a:buClr>
                <a:schemeClr val="dk1"/>
              </a:buClr>
              <a:buSzPts val="4100"/>
              <a:buFont typeface="Balsamiq Sans"/>
              <a:buNone/>
              <a:defRPr b="1" sz="4100">
                <a:solidFill>
                  <a:schemeClr val="dk1"/>
                </a:solidFill>
                <a:latin typeface="Balsamiq Sans"/>
                <a:ea typeface="Balsamiq Sans"/>
                <a:cs typeface="Balsamiq Sans"/>
                <a:sym typeface="Balsamiq Sans"/>
              </a:defRPr>
            </a:lvl1pPr>
            <a:lvl2pPr lvl="1">
              <a:spcBef>
                <a:spcPts val="0"/>
              </a:spcBef>
              <a:spcAft>
                <a:spcPts val="0"/>
              </a:spcAft>
              <a:buSzPts val="500"/>
              <a:buNone/>
              <a:defRPr sz="500"/>
            </a:lvl2pPr>
            <a:lvl3pPr lvl="2">
              <a:spcBef>
                <a:spcPts val="0"/>
              </a:spcBef>
              <a:spcAft>
                <a:spcPts val="0"/>
              </a:spcAft>
              <a:buSzPts val="500"/>
              <a:buNone/>
              <a:defRPr sz="500"/>
            </a:lvl3pPr>
            <a:lvl4pPr lvl="3">
              <a:spcBef>
                <a:spcPts val="0"/>
              </a:spcBef>
              <a:spcAft>
                <a:spcPts val="0"/>
              </a:spcAft>
              <a:buSzPts val="500"/>
              <a:buNone/>
              <a:defRPr sz="500"/>
            </a:lvl4pPr>
            <a:lvl5pPr lvl="4">
              <a:spcBef>
                <a:spcPts val="0"/>
              </a:spcBef>
              <a:spcAft>
                <a:spcPts val="0"/>
              </a:spcAft>
              <a:buSzPts val="500"/>
              <a:buNone/>
              <a:defRPr sz="500"/>
            </a:lvl5pPr>
            <a:lvl6pPr lvl="5">
              <a:spcBef>
                <a:spcPts val="0"/>
              </a:spcBef>
              <a:spcAft>
                <a:spcPts val="0"/>
              </a:spcAft>
              <a:buSzPts val="500"/>
              <a:buNone/>
              <a:defRPr sz="500"/>
            </a:lvl6pPr>
            <a:lvl7pPr lvl="6">
              <a:spcBef>
                <a:spcPts val="0"/>
              </a:spcBef>
              <a:spcAft>
                <a:spcPts val="0"/>
              </a:spcAft>
              <a:buSzPts val="500"/>
              <a:buNone/>
              <a:defRPr sz="500"/>
            </a:lvl7pPr>
            <a:lvl8pPr lvl="7">
              <a:spcBef>
                <a:spcPts val="0"/>
              </a:spcBef>
              <a:spcAft>
                <a:spcPts val="0"/>
              </a:spcAft>
              <a:buSzPts val="500"/>
              <a:buNone/>
              <a:defRPr sz="500"/>
            </a:lvl8pPr>
            <a:lvl9pPr lvl="8">
              <a:spcBef>
                <a:spcPts val="0"/>
              </a:spcBef>
              <a:spcAft>
                <a:spcPts val="0"/>
              </a:spcAft>
              <a:buSzPts val="500"/>
              <a:buNone/>
              <a:defRPr sz="500"/>
            </a:lvl9pPr>
          </a:lstStyle>
          <a:p/>
        </p:txBody>
      </p:sp>
      <p:sp>
        <p:nvSpPr>
          <p:cNvPr id="52" name="Google Shape;52;p13"/>
          <p:cNvSpPr txBox="1"/>
          <p:nvPr>
            <p:ph idx="1" type="body"/>
          </p:nvPr>
        </p:nvSpPr>
        <p:spPr>
          <a:xfrm>
            <a:off x="948100" y="2097750"/>
            <a:ext cx="7248000" cy="2581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1pPr>
            <a:lvl2pPr indent="-317500" lvl="1" marL="914400">
              <a:spcBef>
                <a:spcPts val="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2pPr>
            <a:lvl3pPr indent="-317500" lvl="2" marL="1371600">
              <a:spcBef>
                <a:spcPts val="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3pPr>
            <a:lvl4pPr indent="-317500" lvl="3" marL="1828800">
              <a:spcBef>
                <a:spcPts val="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4pPr>
            <a:lvl5pPr indent="-317500" lvl="4" marL="2286000">
              <a:spcBef>
                <a:spcPts val="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5pPr>
            <a:lvl6pPr indent="-317500" lvl="5" marL="2743200">
              <a:spcBef>
                <a:spcPts val="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6pPr>
            <a:lvl7pPr indent="-317500" lvl="6" marL="3200400">
              <a:spcBef>
                <a:spcPts val="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7pPr>
            <a:lvl8pPr indent="-317500" lvl="7" marL="3657600">
              <a:spcBef>
                <a:spcPts val="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8pPr>
            <a:lvl9pPr indent="-317500" lvl="8" marL="4114800">
              <a:spcBef>
                <a:spcPts val="0"/>
              </a:spcBef>
              <a:spcAft>
                <a:spcPts val="0"/>
              </a:spcAft>
              <a:buClr>
                <a:schemeClr val="dk1"/>
              </a:buClr>
              <a:buSzPts val="1400"/>
              <a:buFont typeface="Quicksand Medium"/>
              <a:buChar char="■"/>
              <a:defRPr>
                <a:solidFill>
                  <a:schemeClr val="dk1"/>
                </a:solidFill>
                <a:latin typeface="Quicksand Medium"/>
                <a:ea typeface="Quicksand Medium"/>
                <a:cs typeface="Quicksand Medium"/>
                <a:sym typeface="Quicksand Medium"/>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3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4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5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4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image" Target="../media/image4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4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 Id="rId3" Type="http://schemas.openxmlformats.org/officeDocument/2006/relationships/image" Target="../media/image5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4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4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5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4.xml"/><Relationship Id="rId3" Type="http://schemas.openxmlformats.org/officeDocument/2006/relationships/image" Target="../media/image5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openxmlformats.org/officeDocument/2006/relationships/image" Target="../media/image5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 Id="rId3" Type="http://schemas.openxmlformats.org/officeDocument/2006/relationships/image" Target="../media/image54.png"/><Relationship Id="rId4" Type="http://schemas.openxmlformats.org/officeDocument/2006/relationships/image" Target="../media/image4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9"/>
          <p:cNvSpPr txBox="1"/>
          <p:nvPr>
            <p:ph type="title"/>
          </p:nvPr>
        </p:nvSpPr>
        <p:spPr>
          <a:xfrm>
            <a:off x="732150" y="1432763"/>
            <a:ext cx="7679700" cy="726900"/>
          </a:xfrm>
          <a:prstGeom prst="rect">
            <a:avLst/>
          </a:prstGeom>
        </p:spPr>
        <p:txBody>
          <a:bodyPr anchorCtr="0" anchor="b" bIns="34275" lIns="34275" spcFirstLastPara="1" rIns="34275" wrap="square" tIns="34275">
            <a:noAutofit/>
          </a:bodyPr>
          <a:lstStyle/>
          <a:p>
            <a:pPr indent="0" lvl="0" marL="0" rtl="0" algn="ctr">
              <a:spcBef>
                <a:spcPts val="0"/>
              </a:spcBef>
              <a:spcAft>
                <a:spcPts val="0"/>
              </a:spcAft>
              <a:buNone/>
            </a:pPr>
            <a:r>
              <a:rPr lang="en-GB"/>
              <a:t>Basic Python</a:t>
            </a:r>
            <a:endParaRPr/>
          </a:p>
        </p:txBody>
      </p:sp>
      <p:sp>
        <p:nvSpPr>
          <p:cNvPr id="344" name="Google Shape;344;p29"/>
          <p:cNvSpPr txBox="1"/>
          <p:nvPr>
            <p:ph idx="1" type="body"/>
          </p:nvPr>
        </p:nvSpPr>
        <p:spPr>
          <a:xfrm>
            <a:off x="732150" y="2229500"/>
            <a:ext cx="7679700" cy="1959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An overview of basic Python programming language and its features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0"/>
          <p:cNvSpPr txBox="1"/>
          <p:nvPr>
            <p:ph type="title"/>
          </p:nvPr>
        </p:nvSpPr>
        <p:spPr>
          <a:xfrm>
            <a:off x="732150" y="1432763"/>
            <a:ext cx="7679700" cy="726900"/>
          </a:xfrm>
          <a:prstGeom prst="rect">
            <a:avLst/>
          </a:prstGeom>
        </p:spPr>
        <p:txBody>
          <a:bodyPr anchorCtr="0" anchor="b" bIns="34275" lIns="34275" spcFirstLastPara="1" rIns="34275" wrap="square" tIns="34275">
            <a:noAutofit/>
          </a:bodyPr>
          <a:lstStyle/>
          <a:p>
            <a:pPr indent="0" lvl="0" marL="0" rtl="0" algn="ctr">
              <a:spcBef>
                <a:spcPts val="0"/>
              </a:spcBef>
              <a:spcAft>
                <a:spcPts val="0"/>
              </a:spcAft>
              <a:buNone/>
            </a:pPr>
            <a:r>
              <a:rPr lang="en-GB"/>
              <a:t>Slides for Basic Concepts in Python</a:t>
            </a:r>
            <a:endParaRPr/>
          </a:p>
        </p:txBody>
      </p:sp>
      <p:sp>
        <p:nvSpPr>
          <p:cNvPr id="350" name="Google Shape;350;p30"/>
          <p:cNvSpPr txBox="1"/>
          <p:nvPr>
            <p:ph idx="1" type="body"/>
          </p:nvPr>
        </p:nvSpPr>
        <p:spPr>
          <a:xfrm>
            <a:off x="732150" y="2229500"/>
            <a:ext cx="7679700" cy="1959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A set of slides covering fundamental concepts in Python, from installation to advanced topics. These slides cover the history and advantages of Python, installing Python on different platforms, writing Python scripts including 'Hello, World!', Python's variables and datatypes, basic operations, control structures, loops, data structures, functions, modules and packages, error handling, file handling, object-oriented programming, advanced topics such as list comprehension and lambda functions, and resources for learning and exploring Python.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1"/>
          <p:cNvSpPr txBox="1"/>
          <p:nvPr>
            <p:ph type="title"/>
          </p:nvPr>
        </p:nvSpPr>
        <p:spPr>
          <a:xfrm>
            <a:off x="1245150" y="401725"/>
            <a:ext cx="6653700" cy="423600"/>
          </a:xfrm>
          <a:prstGeom prst="rect">
            <a:avLst/>
          </a:prstGeom>
        </p:spPr>
        <p:txBody>
          <a:bodyPr anchorCtr="0" anchor="ctr" bIns="34275" lIns="34275" spcFirstLastPara="1" rIns="34275" wrap="square" tIns="34275">
            <a:noAutofit/>
          </a:bodyPr>
          <a:lstStyle/>
          <a:p>
            <a:pPr indent="0" lvl="0" marL="0" rtl="0" algn="ctr">
              <a:spcBef>
                <a:spcPts val="0"/>
              </a:spcBef>
              <a:spcAft>
                <a:spcPts val="0"/>
              </a:spcAft>
              <a:buNone/>
            </a:pPr>
            <a:r>
              <a:rPr lang="en-GB"/>
              <a:t>Introduction to Python</a:t>
            </a:r>
            <a:endParaRPr/>
          </a:p>
        </p:txBody>
      </p:sp>
      <p:sp>
        <p:nvSpPr>
          <p:cNvPr id="356" name="Google Shape;356;p31"/>
          <p:cNvSpPr txBox="1"/>
          <p:nvPr>
            <p:ph idx="1" type="subTitle"/>
          </p:nvPr>
        </p:nvSpPr>
        <p:spPr>
          <a:xfrm>
            <a:off x="1106375" y="1444225"/>
            <a:ext cx="2881500" cy="130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Easy to read and write</a:t>
            </a:r>
            <a:endParaRPr/>
          </a:p>
        </p:txBody>
      </p:sp>
      <p:sp>
        <p:nvSpPr>
          <p:cNvPr id="357" name="Google Shape;357;p31"/>
          <p:cNvSpPr txBox="1"/>
          <p:nvPr>
            <p:ph idx="2" type="subTitle"/>
          </p:nvPr>
        </p:nvSpPr>
        <p:spPr>
          <a:xfrm>
            <a:off x="5487500" y="1444225"/>
            <a:ext cx="2881500" cy="130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High-level programming language</a:t>
            </a:r>
            <a:endParaRPr/>
          </a:p>
        </p:txBody>
      </p:sp>
      <p:sp>
        <p:nvSpPr>
          <p:cNvPr id="358" name="Google Shape;358;p31"/>
          <p:cNvSpPr txBox="1"/>
          <p:nvPr>
            <p:ph idx="3" type="subTitle"/>
          </p:nvPr>
        </p:nvSpPr>
        <p:spPr>
          <a:xfrm>
            <a:off x="1106375" y="3174175"/>
            <a:ext cx="2881500" cy="130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General-purpose language</a:t>
            </a:r>
            <a:endParaRPr/>
          </a:p>
        </p:txBody>
      </p:sp>
      <p:sp>
        <p:nvSpPr>
          <p:cNvPr id="359" name="Google Shape;359;p31"/>
          <p:cNvSpPr txBox="1"/>
          <p:nvPr>
            <p:ph idx="4" type="subTitle"/>
          </p:nvPr>
        </p:nvSpPr>
        <p:spPr>
          <a:xfrm>
            <a:off x="5487500" y="3174175"/>
            <a:ext cx="2881500" cy="130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Interpreted language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2"/>
          <p:cNvSpPr txBox="1"/>
          <p:nvPr>
            <p:ph type="title"/>
          </p:nvPr>
        </p:nvSpPr>
        <p:spPr>
          <a:xfrm>
            <a:off x="632175" y="650250"/>
            <a:ext cx="5046000" cy="726900"/>
          </a:xfrm>
          <a:prstGeom prst="rect">
            <a:avLst/>
          </a:prstGeom>
        </p:spPr>
        <p:txBody>
          <a:bodyPr anchorCtr="0" anchor="ctr" bIns="34275" lIns="34275" spcFirstLastPara="1" rIns="34275" wrap="square" tIns="34275">
            <a:noAutofit/>
          </a:bodyPr>
          <a:lstStyle/>
          <a:p>
            <a:pPr indent="0" lvl="0" marL="0" rtl="0" algn="l">
              <a:spcBef>
                <a:spcPts val="0"/>
              </a:spcBef>
              <a:spcAft>
                <a:spcPts val="0"/>
              </a:spcAft>
              <a:buNone/>
            </a:pPr>
            <a:r>
              <a:rPr lang="en-GB"/>
              <a:t>Python Variables</a:t>
            </a:r>
            <a:endParaRPr/>
          </a:p>
        </p:txBody>
      </p:sp>
      <p:sp>
        <p:nvSpPr>
          <p:cNvPr id="365" name="Google Shape;365;p32"/>
          <p:cNvSpPr txBox="1"/>
          <p:nvPr>
            <p:ph idx="1" type="subTitle"/>
          </p:nvPr>
        </p:nvSpPr>
        <p:spPr>
          <a:xfrm>
            <a:off x="642700" y="1562500"/>
            <a:ext cx="4337400" cy="1964700"/>
          </a:xfrm>
          <a:prstGeom prst="rect">
            <a:avLst/>
          </a:prstGeom>
        </p:spPr>
        <p:txBody>
          <a:bodyPr anchorCtr="0" anchor="t" bIns="91425" lIns="91425" spcFirstLastPara="1" rIns="91425" wrap="square" tIns="91425">
            <a:noAutofit/>
          </a:bodyPr>
          <a:lstStyle/>
          <a:p>
            <a:pPr indent="-311150" lvl="0" marL="457200" rtl="0" algn="l">
              <a:lnSpc>
                <a:spcPct val="110000"/>
              </a:lnSpc>
              <a:spcBef>
                <a:spcPts val="0"/>
              </a:spcBef>
              <a:spcAft>
                <a:spcPts val="0"/>
              </a:spcAft>
              <a:buSzPts val="1300"/>
              <a:buChar char="●"/>
            </a:pPr>
            <a:r>
              <a:rPr lang="en-GB"/>
              <a:t>No need to specify variable type</a:t>
            </a:r>
            <a:endParaRPr/>
          </a:p>
          <a:p>
            <a:pPr indent="-311150" lvl="0" marL="457200" rtl="0" algn="l">
              <a:lnSpc>
                <a:spcPct val="110000"/>
              </a:lnSpc>
              <a:spcBef>
                <a:spcPts val="0"/>
              </a:spcBef>
              <a:spcAft>
                <a:spcPts val="0"/>
              </a:spcAft>
              <a:buSzPts val="1300"/>
              <a:buChar char="●"/>
            </a:pPr>
            <a:r>
              <a:rPr lang="en-GB"/>
              <a:t>Automatic memory allocation</a:t>
            </a:r>
            <a:endParaRPr/>
          </a:p>
          <a:p>
            <a:pPr indent="-311150" lvl="0" marL="457200" rtl="0" algn="l">
              <a:lnSpc>
                <a:spcPct val="110000"/>
              </a:lnSpc>
              <a:spcBef>
                <a:spcPts val="0"/>
              </a:spcBef>
              <a:spcAft>
                <a:spcPts val="0"/>
              </a:spcAft>
              <a:buSzPts val="1300"/>
              <a:buChar char="●"/>
            </a:pPr>
            <a:r>
              <a:rPr lang="en-GB"/>
              <a:t>Dynamic typing</a:t>
            </a:r>
            <a:endParaRPr/>
          </a:p>
          <a:p>
            <a:pPr indent="-311150" lvl="0" marL="457200" rtl="0" algn="l">
              <a:lnSpc>
                <a:spcPct val="110000"/>
              </a:lnSpc>
              <a:spcBef>
                <a:spcPts val="0"/>
              </a:spcBef>
              <a:spcAft>
                <a:spcPts val="0"/>
              </a:spcAft>
              <a:buSzPts val="1300"/>
              <a:buChar char="●"/>
            </a:pPr>
            <a:r>
              <a:rPr lang="en-GB"/>
              <a:t>Variables can hold any type of data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3"/>
          <p:cNvSpPr txBox="1"/>
          <p:nvPr>
            <p:ph idx="1" type="subTitle"/>
          </p:nvPr>
        </p:nvSpPr>
        <p:spPr>
          <a:xfrm>
            <a:off x="383075" y="1631475"/>
            <a:ext cx="7753500" cy="407400"/>
          </a:xfrm>
          <a:prstGeom prst="rect">
            <a:avLst/>
          </a:prstGeom>
        </p:spPr>
        <p:txBody>
          <a:bodyPr anchorCtr="0" anchor="t" bIns="91425" lIns="91425" spcFirstLastPara="1" rIns="91425" wrap="square" tIns="91425">
            <a:noAutofit/>
          </a:bodyPr>
          <a:lstStyle/>
          <a:p>
            <a:pPr indent="-304800" lvl="0" marL="457200" rtl="0" algn="l">
              <a:lnSpc>
                <a:spcPct val="110000"/>
              </a:lnSpc>
              <a:spcBef>
                <a:spcPts val="0"/>
              </a:spcBef>
              <a:spcAft>
                <a:spcPts val="0"/>
              </a:spcAft>
              <a:buSzPts val="1200"/>
              <a:buChar char="●"/>
            </a:pPr>
            <a:r>
              <a:rPr lang="en-GB"/>
              <a:t>Integer</a:t>
            </a:r>
            <a:endParaRPr/>
          </a:p>
          <a:p>
            <a:pPr indent="-304800" lvl="0" marL="457200" rtl="0" algn="l">
              <a:lnSpc>
                <a:spcPct val="110000"/>
              </a:lnSpc>
              <a:spcBef>
                <a:spcPts val="0"/>
              </a:spcBef>
              <a:spcAft>
                <a:spcPts val="0"/>
              </a:spcAft>
              <a:buSzPts val="1200"/>
              <a:buChar char="●"/>
            </a:pPr>
            <a:r>
              <a:rPr lang="en-GB"/>
              <a:t>Float</a:t>
            </a:r>
            <a:endParaRPr/>
          </a:p>
          <a:p>
            <a:pPr indent="-304800" lvl="0" marL="457200" rtl="0" algn="l">
              <a:lnSpc>
                <a:spcPct val="110000"/>
              </a:lnSpc>
              <a:spcBef>
                <a:spcPts val="0"/>
              </a:spcBef>
              <a:spcAft>
                <a:spcPts val="0"/>
              </a:spcAft>
              <a:buSzPts val="1200"/>
              <a:buChar char="●"/>
            </a:pPr>
            <a:r>
              <a:rPr lang="en-GB"/>
              <a:t>String</a:t>
            </a:r>
            <a:endParaRPr/>
          </a:p>
          <a:p>
            <a:pPr indent="-304800" lvl="0" marL="457200" rtl="0" algn="l">
              <a:lnSpc>
                <a:spcPct val="110000"/>
              </a:lnSpc>
              <a:spcBef>
                <a:spcPts val="0"/>
              </a:spcBef>
              <a:spcAft>
                <a:spcPts val="0"/>
              </a:spcAft>
              <a:buSzPts val="1200"/>
              <a:buChar char="●"/>
            </a:pPr>
            <a:r>
              <a:rPr lang="en-GB"/>
              <a:t>List</a:t>
            </a:r>
            <a:endParaRPr/>
          </a:p>
          <a:p>
            <a:pPr indent="-304800" lvl="0" marL="457200" rtl="0" algn="l">
              <a:lnSpc>
                <a:spcPct val="110000"/>
              </a:lnSpc>
              <a:spcBef>
                <a:spcPts val="0"/>
              </a:spcBef>
              <a:spcAft>
                <a:spcPts val="0"/>
              </a:spcAft>
              <a:buSzPts val="1200"/>
              <a:buChar char="●"/>
            </a:pPr>
            <a:r>
              <a:rPr lang="en-GB"/>
              <a:t>Tuple</a:t>
            </a:r>
            <a:endParaRPr/>
          </a:p>
          <a:p>
            <a:pPr indent="-304800" lvl="0" marL="457200" rtl="0" algn="l">
              <a:lnSpc>
                <a:spcPct val="110000"/>
              </a:lnSpc>
              <a:spcBef>
                <a:spcPts val="0"/>
              </a:spcBef>
              <a:spcAft>
                <a:spcPts val="0"/>
              </a:spcAft>
              <a:buSzPts val="1200"/>
              <a:buChar char="●"/>
            </a:pPr>
            <a:r>
              <a:rPr lang="en-GB"/>
              <a:t>Dictionary</a:t>
            </a:r>
            <a:endParaRPr/>
          </a:p>
        </p:txBody>
      </p:sp>
      <p:sp>
        <p:nvSpPr>
          <p:cNvPr id="371" name="Google Shape;371;p33"/>
          <p:cNvSpPr txBox="1"/>
          <p:nvPr>
            <p:ph type="title"/>
          </p:nvPr>
        </p:nvSpPr>
        <p:spPr>
          <a:xfrm>
            <a:off x="383075" y="900950"/>
            <a:ext cx="7753500" cy="636000"/>
          </a:xfrm>
          <a:prstGeom prst="rect">
            <a:avLst/>
          </a:prstGeom>
        </p:spPr>
        <p:txBody>
          <a:bodyPr anchorCtr="0" anchor="ctr" bIns="34275" lIns="34275" spcFirstLastPara="1" rIns="34275" wrap="square" tIns="34275">
            <a:noAutofit/>
          </a:bodyPr>
          <a:lstStyle/>
          <a:p>
            <a:pPr indent="0" lvl="0" marL="0" rtl="0" algn="l">
              <a:spcBef>
                <a:spcPts val="0"/>
              </a:spcBef>
              <a:spcAft>
                <a:spcPts val="0"/>
              </a:spcAft>
              <a:buNone/>
            </a:pPr>
            <a:r>
              <a:rPr lang="en-GB"/>
              <a:t>Python Data Types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4"/>
          <p:cNvSpPr txBox="1"/>
          <p:nvPr>
            <p:ph idx="1" type="subTitle"/>
          </p:nvPr>
        </p:nvSpPr>
        <p:spPr>
          <a:xfrm>
            <a:off x="383075" y="1631475"/>
            <a:ext cx="7753500" cy="407400"/>
          </a:xfrm>
          <a:prstGeom prst="rect">
            <a:avLst/>
          </a:prstGeom>
        </p:spPr>
        <p:txBody>
          <a:bodyPr anchorCtr="0" anchor="t" bIns="91425" lIns="91425" spcFirstLastPara="1" rIns="91425" wrap="square" tIns="91425">
            <a:noAutofit/>
          </a:bodyPr>
          <a:lstStyle/>
          <a:p>
            <a:pPr indent="-304800" lvl="0" marL="457200" rtl="0" algn="l">
              <a:lnSpc>
                <a:spcPct val="110000"/>
              </a:lnSpc>
              <a:spcBef>
                <a:spcPts val="0"/>
              </a:spcBef>
              <a:spcAft>
                <a:spcPts val="0"/>
              </a:spcAft>
              <a:buSzPts val="1200"/>
              <a:buChar char="●"/>
            </a:pPr>
            <a:r>
              <a:rPr lang="en-GB"/>
              <a:t>Conditional statements</a:t>
            </a:r>
            <a:endParaRPr/>
          </a:p>
          <a:p>
            <a:pPr indent="-304800" lvl="0" marL="457200" rtl="0" algn="l">
              <a:lnSpc>
                <a:spcPct val="110000"/>
              </a:lnSpc>
              <a:spcBef>
                <a:spcPts val="0"/>
              </a:spcBef>
              <a:spcAft>
                <a:spcPts val="0"/>
              </a:spcAft>
              <a:buSzPts val="1200"/>
              <a:buChar char="●"/>
            </a:pPr>
            <a:r>
              <a:rPr lang="en-GB"/>
              <a:t>Looping statements</a:t>
            </a:r>
            <a:endParaRPr/>
          </a:p>
          <a:p>
            <a:pPr indent="-304800" lvl="0" marL="457200" rtl="0" algn="l">
              <a:lnSpc>
                <a:spcPct val="110000"/>
              </a:lnSpc>
              <a:spcBef>
                <a:spcPts val="0"/>
              </a:spcBef>
              <a:spcAft>
                <a:spcPts val="0"/>
              </a:spcAft>
              <a:buSzPts val="1200"/>
              <a:buChar char="●"/>
            </a:pPr>
            <a:r>
              <a:rPr lang="en-GB"/>
              <a:t>Ifelse statement</a:t>
            </a:r>
            <a:endParaRPr/>
          </a:p>
          <a:p>
            <a:pPr indent="-304800" lvl="0" marL="457200" rtl="0" algn="l">
              <a:lnSpc>
                <a:spcPct val="110000"/>
              </a:lnSpc>
              <a:spcBef>
                <a:spcPts val="0"/>
              </a:spcBef>
              <a:spcAft>
                <a:spcPts val="0"/>
              </a:spcAft>
              <a:buSzPts val="1200"/>
              <a:buChar char="●"/>
            </a:pPr>
            <a:r>
              <a:rPr lang="en-GB"/>
              <a:t>For loop</a:t>
            </a:r>
            <a:endParaRPr/>
          </a:p>
          <a:p>
            <a:pPr indent="-304800" lvl="0" marL="457200" rtl="0" algn="l">
              <a:lnSpc>
                <a:spcPct val="110000"/>
              </a:lnSpc>
              <a:spcBef>
                <a:spcPts val="0"/>
              </a:spcBef>
              <a:spcAft>
                <a:spcPts val="0"/>
              </a:spcAft>
              <a:buSzPts val="1200"/>
              <a:buChar char="●"/>
            </a:pPr>
            <a:r>
              <a:rPr lang="en-GB"/>
              <a:t>While loop</a:t>
            </a:r>
            <a:endParaRPr/>
          </a:p>
        </p:txBody>
      </p:sp>
      <p:sp>
        <p:nvSpPr>
          <p:cNvPr id="377" name="Google Shape;377;p34"/>
          <p:cNvSpPr txBox="1"/>
          <p:nvPr>
            <p:ph type="title"/>
          </p:nvPr>
        </p:nvSpPr>
        <p:spPr>
          <a:xfrm>
            <a:off x="383075" y="900950"/>
            <a:ext cx="7753500" cy="636000"/>
          </a:xfrm>
          <a:prstGeom prst="rect">
            <a:avLst/>
          </a:prstGeom>
        </p:spPr>
        <p:txBody>
          <a:bodyPr anchorCtr="0" anchor="ctr" bIns="34275" lIns="34275" spcFirstLastPara="1" rIns="34275" wrap="square" tIns="34275">
            <a:noAutofit/>
          </a:bodyPr>
          <a:lstStyle/>
          <a:p>
            <a:pPr indent="0" lvl="0" marL="0" rtl="0" algn="l">
              <a:spcBef>
                <a:spcPts val="0"/>
              </a:spcBef>
              <a:spcAft>
                <a:spcPts val="0"/>
              </a:spcAft>
              <a:buNone/>
            </a:pPr>
            <a:r>
              <a:rPr lang="en-GB"/>
              <a:t>Python Control Structures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5"/>
          <p:cNvSpPr txBox="1"/>
          <p:nvPr>
            <p:ph type="title"/>
          </p:nvPr>
        </p:nvSpPr>
        <p:spPr>
          <a:xfrm>
            <a:off x="1245150" y="401725"/>
            <a:ext cx="6653700" cy="423600"/>
          </a:xfrm>
          <a:prstGeom prst="rect">
            <a:avLst/>
          </a:prstGeom>
        </p:spPr>
        <p:txBody>
          <a:bodyPr anchorCtr="0" anchor="ctr" bIns="34275" lIns="34275" spcFirstLastPara="1" rIns="34275" wrap="square" tIns="34275">
            <a:noAutofit/>
          </a:bodyPr>
          <a:lstStyle/>
          <a:p>
            <a:pPr indent="0" lvl="0" marL="0" rtl="0" algn="ctr">
              <a:spcBef>
                <a:spcPts val="0"/>
              </a:spcBef>
              <a:spcAft>
                <a:spcPts val="0"/>
              </a:spcAft>
              <a:buNone/>
            </a:pPr>
            <a:r>
              <a:rPr lang="en-GB"/>
              <a:t>Python Functions</a:t>
            </a:r>
            <a:endParaRPr/>
          </a:p>
        </p:txBody>
      </p:sp>
      <p:sp>
        <p:nvSpPr>
          <p:cNvPr id="383" name="Google Shape;383;p35"/>
          <p:cNvSpPr txBox="1"/>
          <p:nvPr>
            <p:ph idx="1" type="subTitle"/>
          </p:nvPr>
        </p:nvSpPr>
        <p:spPr>
          <a:xfrm>
            <a:off x="1106375" y="1444225"/>
            <a:ext cx="2881500" cy="130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Function parameters</a:t>
            </a:r>
            <a:endParaRPr/>
          </a:p>
        </p:txBody>
      </p:sp>
      <p:sp>
        <p:nvSpPr>
          <p:cNvPr id="384" name="Google Shape;384;p35"/>
          <p:cNvSpPr txBox="1"/>
          <p:nvPr>
            <p:ph idx="2" type="subTitle"/>
          </p:nvPr>
        </p:nvSpPr>
        <p:spPr>
          <a:xfrm>
            <a:off x="5487500" y="1444225"/>
            <a:ext cx="2881500" cy="130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Reusable blocks of code</a:t>
            </a:r>
            <a:endParaRPr/>
          </a:p>
        </p:txBody>
      </p:sp>
      <p:sp>
        <p:nvSpPr>
          <p:cNvPr id="385" name="Google Shape;385;p35"/>
          <p:cNvSpPr txBox="1"/>
          <p:nvPr>
            <p:ph idx="3" type="subTitle"/>
          </p:nvPr>
        </p:nvSpPr>
        <p:spPr>
          <a:xfrm>
            <a:off x="1106375" y="3174175"/>
            <a:ext cx="2881500" cy="130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Modular programming</a:t>
            </a:r>
            <a:endParaRPr/>
          </a:p>
        </p:txBody>
      </p:sp>
      <p:sp>
        <p:nvSpPr>
          <p:cNvPr id="386" name="Google Shape;386;p35"/>
          <p:cNvSpPr txBox="1"/>
          <p:nvPr>
            <p:ph idx="4" type="subTitle"/>
          </p:nvPr>
        </p:nvSpPr>
        <p:spPr>
          <a:xfrm>
            <a:off x="5487500" y="3174175"/>
            <a:ext cx="2881500" cy="130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Function return values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6"/>
          <p:cNvSpPr txBox="1"/>
          <p:nvPr>
            <p:ph type="title"/>
          </p:nvPr>
        </p:nvSpPr>
        <p:spPr>
          <a:xfrm>
            <a:off x="632175" y="650250"/>
            <a:ext cx="5046000" cy="726900"/>
          </a:xfrm>
          <a:prstGeom prst="rect">
            <a:avLst/>
          </a:prstGeom>
        </p:spPr>
        <p:txBody>
          <a:bodyPr anchorCtr="0" anchor="ctr" bIns="34275" lIns="34275" spcFirstLastPara="1" rIns="34275" wrap="square" tIns="34275">
            <a:noAutofit/>
          </a:bodyPr>
          <a:lstStyle/>
          <a:p>
            <a:pPr indent="0" lvl="0" marL="0" rtl="0" algn="l">
              <a:spcBef>
                <a:spcPts val="0"/>
              </a:spcBef>
              <a:spcAft>
                <a:spcPts val="0"/>
              </a:spcAft>
              <a:buNone/>
            </a:pPr>
            <a:r>
              <a:rPr lang="en-GB"/>
              <a:t>Python Modules</a:t>
            </a:r>
            <a:endParaRPr/>
          </a:p>
        </p:txBody>
      </p:sp>
      <p:sp>
        <p:nvSpPr>
          <p:cNvPr id="392" name="Google Shape;392;p36"/>
          <p:cNvSpPr txBox="1"/>
          <p:nvPr>
            <p:ph idx="1" type="subTitle"/>
          </p:nvPr>
        </p:nvSpPr>
        <p:spPr>
          <a:xfrm>
            <a:off x="642700" y="1562500"/>
            <a:ext cx="4337400" cy="1964700"/>
          </a:xfrm>
          <a:prstGeom prst="rect">
            <a:avLst/>
          </a:prstGeom>
        </p:spPr>
        <p:txBody>
          <a:bodyPr anchorCtr="0" anchor="t" bIns="91425" lIns="91425" spcFirstLastPara="1" rIns="91425" wrap="square" tIns="91425">
            <a:noAutofit/>
          </a:bodyPr>
          <a:lstStyle/>
          <a:p>
            <a:pPr indent="-311150" lvl="0" marL="457200" rtl="0" algn="l">
              <a:lnSpc>
                <a:spcPct val="110000"/>
              </a:lnSpc>
              <a:spcBef>
                <a:spcPts val="0"/>
              </a:spcBef>
              <a:spcAft>
                <a:spcPts val="0"/>
              </a:spcAft>
              <a:buSzPts val="1300"/>
              <a:buChar char="●"/>
            </a:pPr>
            <a:r>
              <a:rPr lang="en-GB"/>
              <a:t>Code written in separate files</a:t>
            </a:r>
            <a:endParaRPr/>
          </a:p>
          <a:p>
            <a:pPr indent="-311150" lvl="0" marL="457200" rtl="0" algn="l">
              <a:lnSpc>
                <a:spcPct val="110000"/>
              </a:lnSpc>
              <a:spcBef>
                <a:spcPts val="0"/>
              </a:spcBef>
              <a:spcAft>
                <a:spcPts val="0"/>
              </a:spcAft>
              <a:buSzPts val="1300"/>
              <a:buChar char="●"/>
            </a:pPr>
            <a:r>
              <a:rPr lang="en-GB"/>
              <a:t>Imported and used in other programs</a:t>
            </a:r>
            <a:endParaRPr/>
          </a:p>
          <a:p>
            <a:pPr indent="-311150" lvl="0" marL="457200" rtl="0" algn="l">
              <a:lnSpc>
                <a:spcPct val="110000"/>
              </a:lnSpc>
              <a:spcBef>
                <a:spcPts val="0"/>
              </a:spcBef>
              <a:spcAft>
                <a:spcPts val="0"/>
              </a:spcAft>
              <a:buSzPts val="1300"/>
              <a:buChar char="●"/>
            </a:pPr>
            <a:r>
              <a:rPr lang="en-GB"/>
              <a:t>Encourages code reusability</a:t>
            </a:r>
            <a:endParaRPr/>
          </a:p>
          <a:p>
            <a:pPr indent="-311150" lvl="0" marL="457200" rtl="0" algn="l">
              <a:lnSpc>
                <a:spcPct val="110000"/>
              </a:lnSpc>
              <a:spcBef>
                <a:spcPts val="0"/>
              </a:spcBef>
              <a:spcAft>
                <a:spcPts val="0"/>
              </a:spcAft>
              <a:buSzPts val="1300"/>
              <a:buChar char="●"/>
            </a:pPr>
            <a:r>
              <a:rPr lang="en-GB"/>
              <a:t>Standard library modules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7"/>
          <p:cNvSpPr txBox="1"/>
          <p:nvPr>
            <p:ph type="title"/>
          </p:nvPr>
        </p:nvSpPr>
        <p:spPr>
          <a:xfrm>
            <a:off x="642700" y="650250"/>
            <a:ext cx="4270500" cy="726900"/>
          </a:xfrm>
          <a:prstGeom prst="rect">
            <a:avLst/>
          </a:prstGeom>
        </p:spPr>
        <p:txBody>
          <a:bodyPr anchorCtr="0" anchor="ctr" bIns="34275" lIns="34275" spcFirstLastPara="1" rIns="34275" wrap="square" tIns="34275">
            <a:noAutofit/>
          </a:bodyPr>
          <a:lstStyle/>
          <a:p>
            <a:pPr indent="0" lvl="0" marL="0" rtl="0" algn="l">
              <a:spcBef>
                <a:spcPts val="0"/>
              </a:spcBef>
              <a:spcAft>
                <a:spcPts val="0"/>
              </a:spcAft>
              <a:buNone/>
            </a:pPr>
            <a:r>
              <a:rPr lang="en-GB"/>
              <a:t>Python File Handling</a:t>
            </a:r>
            <a:endParaRPr/>
          </a:p>
        </p:txBody>
      </p:sp>
      <p:sp>
        <p:nvSpPr>
          <p:cNvPr id="398" name="Google Shape;398;p37"/>
          <p:cNvSpPr txBox="1"/>
          <p:nvPr>
            <p:ph idx="1" type="subTitle"/>
          </p:nvPr>
        </p:nvSpPr>
        <p:spPr>
          <a:xfrm>
            <a:off x="1185925" y="1687125"/>
            <a:ext cx="37272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Parsing and manipulating data files</a:t>
            </a:r>
            <a:endParaRPr/>
          </a:p>
        </p:txBody>
      </p:sp>
      <p:sp>
        <p:nvSpPr>
          <p:cNvPr id="399" name="Google Shape;399;p37"/>
          <p:cNvSpPr txBox="1"/>
          <p:nvPr>
            <p:ph idx="3" type="subTitle"/>
          </p:nvPr>
        </p:nvSpPr>
        <p:spPr>
          <a:xfrm>
            <a:off x="1185925" y="2726325"/>
            <a:ext cx="37272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Reading and writing files</a:t>
            </a:r>
            <a:endParaRPr/>
          </a:p>
        </p:txBody>
      </p:sp>
      <p:sp>
        <p:nvSpPr>
          <p:cNvPr id="400" name="Google Shape;400;p37"/>
          <p:cNvSpPr txBox="1"/>
          <p:nvPr>
            <p:ph idx="4" type="subTitle"/>
          </p:nvPr>
        </p:nvSpPr>
        <p:spPr>
          <a:xfrm>
            <a:off x="1185925" y="3765525"/>
            <a:ext cx="37272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Operating system file operations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8"/>
          <p:cNvSpPr txBox="1"/>
          <p:nvPr>
            <p:ph type="title"/>
          </p:nvPr>
        </p:nvSpPr>
        <p:spPr>
          <a:xfrm>
            <a:off x="1245150" y="401725"/>
            <a:ext cx="6653700" cy="423600"/>
          </a:xfrm>
          <a:prstGeom prst="rect">
            <a:avLst/>
          </a:prstGeom>
        </p:spPr>
        <p:txBody>
          <a:bodyPr anchorCtr="0" anchor="ctr" bIns="34275" lIns="34275" spcFirstLastPara="1" rIns="34275" wrap="square" tIns="34275">
            <a:noAutofit/>
          </a:bodyPr>
          <a:lstStyle/>
          <a:p>
            <a:pPr indent="0" lvl="0" marL="0" rtl="0" algn="ctr">
              <a:spcBef>
                <a:spcPts val="0"/>
              </a:spcBef>
              <a:spcAft>
                <a:spcPts val="0"/>
              </a:spcAft>
              <a:buNone/>
            </a:pPr>
            <a:r>
              <a:rPr lang="en-GB"/>
              <a:t>Python Exception Handling</a:t>
            </a:r>
            <a:endParaRPr/>
          </a:p>
        </p:txBody>
      </p:sp>
      <p:sp>
        <p:nvSpPr>
          <p:cNvPr id="406" name="Google Shape;406;p38"/>
          <p:cNvSpPr txBox="1"/>
          <p:nvPr>
            <p:ph idx="1" type="subTitle"/>
          </p:nvPr>
        </p:nvSpPr>
        <p:spPr>
          <a:xfrm>
            <a:off x="1106375" y="1444225"/>
            <a:ext cx="2881500" cy="130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Try-except blocks</a:t>
            </a:r>
            <a:endParaRPr/>
          </a:p>
        </p:txBody>
      </p:sp>
      <p:sp>
        <p:nvSpPr>
          <p:cNvPr id="407" name="Google Shape;407;p38"/>
          <p:cNvSpPr txBox="1"/>
          <p:nvPr>
            <p:ph idx="2" type="subTitle"/>
          </p:nvPr>
        </p:nvSpPr>
        <p:spPr>
          <a:xfrm>
            <a:off x="5487500" y="1444225"/>
            <a:ext cx="2881500" cy="130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Catching and handling runtime errors</a:t>
            </a:r>
            <a:endParaRPr/>
          </a:p>
        </p:txBody>
      </p:sp>
      <p:sp>
        <p:nvSpPr>
          <p:cNvPr id="408" name="Google Shape;408;p38"/>
          <p:cNvSpPr txBox="1"/>
          <p:nvPr>
            <p:ph idx="3" type="subTitle"/>
          </p:nvPr>
        </p:nvSpPr>
        <p:spPr>
          <a:xfrm>
            <a:off x="1106375" y="3174175"/>
            <a:ext cx="2881500" cy="130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Preventing program crashes</a:t>
            </a:r>
            <a:endParaRPr/>
          </a:p>
        </p:txBody>
      </p:sp>
      <p:sp>
        <p:nvSpPr>
          <p:cNvPr id="409" name="Google Shape;409;p38"/>
          <p:cNvSpPr txBox="1"/>
          <p:nvPr>
            <p:ph idx="4" type="subTitle"/>
          </p:nvPr>
        </p:nvSpPr>
        <p:spPr>
          <a:xfrm>
            <a:off x="5487500" y="3174175"/>
            <a:ext cx="2881500" cy="130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Handling multiple exceptions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9"/>
          <p:cNvSpPr txBox="1"/>
          <p:nvPr>
            <p:ph idx="1" type="subTitle"/>
          </p:nvPr>
        </p:nvSpPr>
        <p:spPr>
          <a:xfrm>
            <a:off x="383075" y="1631475"/>
            <a:ext cx="7753500" cy="407400"/>
          </a:xfrm>
          <a:prstGeom prst="rect">
            <a:avLst/>
          </a:prstGeom>
        </p:spPr>
        <p:txBody>
          <a:bodyPr anchorCtr="0" anchor="t" bIns="91425" lIns="91425" spcFirstLastPara="1" rIns="91425" wrap="square" tIns="91425">
            <a:noAutofit/>
          </a:bodyPr>
          <a:lstStyle/>
          <a:p>
            <a:pPr indent="-304800" lvl="0" marL="457200" rtl="0" algn="l">
              <a:lnSpc>
                <a:spcPct val="110000"/>
              </a:lnSpc>
              <a:spcBef>
                <a:spcPts val="0"/>
              </a:spcBef>
              <a:spcAft>
                <a:spcPts val="0"/>
              </a:spcAft>
              <a:buSzPts val="1200"/>
              <a:buChar char="●"/>
            </a:pPr>
            <a:r>
              <a:rPr lang="en-GB"/>
              <a:t>Vast collection of libraries</a:t>
            </a:r>
            <a:endParaRPr/>
          </a:p>
          <a:p>
            <a:pPr indent="-304800" lvl="0" marL="457200" rtl="0" algn="l">
              <a:lnSpc>
                <a:spcPct val="110000"/>
              </a:lnSpc>
              <a:spcBef>
                <a:spcPts val="0"/>
              </a:spcBef>
              <a:spcAft>
                <a:spcPts val="0"/>
              </a:spcAft>
              <a:buSzPts val="1200"/>
              <a:buChar char="●"/>
            </a:pPr>
            <a:r>
              <a:rPr lang="en-GB"/>
              <a:t>Extend Python's functionality</a:t>
            </a:r>
            <a:endParaRPr/>
          </a:p>
          <a:p>
            <a:pPr indent="-304800" lvl="0" marL="457200" rtl="0" algn="l">
              <a:lnSpc>
                <a:spcPct val="110000"/>
              </a:lnSpc>
              <a:spcBef>
                <a:spcPts val="0"/>
              </a:spcBef>
              <a:spcAft>
                <a:spcPts val="0"/>
              </a:spcAft>
              <a:buSzPts val="1200"/>
              <a:buChar char="●"/>
            </a:pPr>
            <a:r>
              <a:rPr lang="en-GB"/>
              <a:t>Pandas for data analysis</a:t>
            </a:r>
            <a:endParaRPr/>
          </a:p>
          <a:p>
            <a:pPr indent="-304800" lvl="0" marL="457200" rtl="0" algn="l">
              <a:lnSpc>
                <a:spcPct val="110000"/>
              </a:lnSpc>
              <a:spcBef>
                <a:spcPts val="0"/>
              </a:spcBef>
              <a:spcAft>
                <a:spcPts val="0"/>
              </a:spcAft>
              <a:buSzPts val="1200"/>
              <a:buChar char="●"/>
            </a:pPr>
            <a:r>
              <a:rPr lang="en-GB"/>
              <a:t>NumPy for numerical computations</a:t>
            </a:r>
            <a:endParaRPr/>
          </a:p>
          <a:p>
            <a:pPr indent="-304800" lvl="0" marL="457200" rtl="0" algn="l">
              <a:lnSpc>
                <a:spcPct val="110000"/>
              </a:lnSpc>
              <a:spcBef>
                <a:spcPts val="0"/>
              </a:spcBef>
              <a:spcAft>
                <a:spcPts val="0"/>
              </a:spcAft>
              <a:buSzPts val="1200"/>
              <a:buChar char="●"/>
            </a:pPr>
            <a:r>
              <a:rPr lang="en-GB"/>
              <a:t>Matplotlib for data visualization</a:t>
            </a:r>
            <a:endParaRPr/>
          </a:p>
        </p:txBody>
      </p:sp>
      <p:sp>
        <p:nvSpPr>
          <p:cNvPr id="415" name="Google Shape;415;p39"/>
          <p:cNvSpPr txBox="1"/>
          <p:nvPr>
            <p:ph type="title"/>
          </p:nvPr>
        </p:nvSpPr>
        <p:spPr>
          <a:xfrm>
            <a:off x="383075" y="900950"/>
            <a:ext cx="7753500" cy="636000"/>
          </a:xfrm>
          <a:prstGeom prst="rect">
            <a:avLst/>
          </a:prstGeom>
        </p:spPr>
        <p:txBody>
          <a:bodyPr anchorCtr="0" anchor="ctr" bIns="34275" lIns="34275" spcFirstLastPara="1" rIns="34275" wrap="square" tIns="34275">
            <a:noAutofit/>
          </a:bodyPr>
          <a:lstStyle/>
          <a:p>
            <a:pPr indent="0" lvl="0" marL="0" rtl="0" algn="l">
              <a:spcBef>
                <a:spcPts val="0"/>
              </a:spcBef>
              <a:spcAft>
                <a:spcPts val="0"/>
              </a:spcAft>
              <a:buNone/>
            </a:pPr>
            <a:r>
              <a:rPr lang="en-GB"/>
              <a:t>Python Libraries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0"/>
          <p:cNvSpPr txBox="1"/>
          <p:nvPr>
            <p:ph idx="1" type="subTitle"/>
          </p:nvPr>
        </p:nvSpPr>
        <p:spPr>
          <a:xfrm>
            <a:off x="4135200" y="1595175"/>
            <a:ext cx="4176600" cy="1964700"/>
          </a:xfrm>
          <a:prstGeom prst="rect">
            <a:avLst/>
          </a:prstGeom>
        </p:spPr>
        <p:txBody>
          <a:bodyPr anchorCtr="0" anchor="t" bIns="91425" lIns="91425" spcFirstLastPara="1" rIns="91425" wrap="square" tIns="91425">
            <a:noAutofit/>
          </a:bodyPr>
          <a:lstStyle/>
          <a:p>
            <a:pPr indent="-311150" lvl="0" marL="457200" rtl="0" algn="l">
              <a:lnSpc>
                <a:spcPct val="110000"/>
              </a:lnSpc>
              <a:spcBef>
                <a:spcPts val="0"/>
              </a:spcBef>
              <a:spcAft>
                <a:spcPts val="0"/>
              </a:spcAft>
              <a:buSzPts val="1300"/>
              <a:buChar char="●"/>
            </a:pPr>
            <a:r>
              <a:rPr lang="en-GB"/>
              <a:t>Python is a versatile and powerful language</a:t>
            </a:r>
            <a:endParaRPr/>
          </a:p>
          <a:p>
            <a:pPr indent="-311150" lvl="0" marL="457200" rtl="0" algn="l">
              <a:lnSpc>
                <a:spcPct val="110000"/>
              </a:lnSpc>
              <a:spcBef>
                <a:spcPts val="0"/>
              </a:spcBef>
              <a:spcAft>
                <a:spcPts val="0"/>
              </a:spcAft>
              <a:buSzPts val="1300"/>
              <a:buChar char="●"/>
            </a:pPr>
            <a:r>
              <a:rPr lang="en-GB"/>
              <a:t>Ideal for beginners and experienced programmers</a:t>
            </a:r>
            <a:endParaRPr/>
          </a:p>
          <a:p>
            <a:pPr indent="-311150" lvl="0" marL="457200" rtl="0" algn="l">
              <a:lnSpc>
                <a:spcPct val="110000"/>
              </a:lnSpc>
              <a:spcBef>
                <a:spcPts val="0"/>
              </a:spcBef>
              <a:spcAft>
                <a:spcPts val="0"/>
              </a:spcAft>
              <a:buSzPts val="1300"/>
              <a:buChar char="●"/>
            </a:pPr>
            <a:r>
              <a:rPr lang="en-GB"/>
              <a:t>Its simplicity and readability make it popular</a:t>
            </a:r>
            <a:endParaRPr/>
          </a:p>
          <a:p>
            <a:pPr indent="-311150" lvl="0" marL="457200" rtl="0" algn="l">
              <a:lnSpc>
                <a:spcPct val="110000"/>
              </a:lnSpc>
              <a:spcBef>
                <a:spcPts val="0"/>
              </a:spcBef>
              <a:spcAft>
                <a:spcPts val="0"/>
              </a:spcAft>
              <a:buSzPts val="1300"/>
              <a:buChar char="●"/>
            </a:pPr>
            <a:r>
              <a:rPr lang="en-GB"/>
              <a:t>Used in various domains like web development, data analysis, machine learning</a:t>
            </a:r>
            <a:endParaRPr/>
          </a:p>
        </p:txBody>
      </p:sp>
      <p:sp>
        <p:nvSpPr>
          <p:cNvPr id="421" name="Google Shape;421;p40"/>
          <p:cNvSpPr txBox="1"/>
          <p:nvPr>
            <p:ph type="title"/>
          </p:nvPr>
        </p:nvSpPr>
        <p:spPr>
          <a:xfrm>
            <a:off x="4135200" y="650250"/>
            <a:ext cx="4270500" cy="726900"/>
          </a:xfrm>
          <a:prstGeom prst="rect">
            <a:avLst/>
          </a:prstGeom>
        </p:spPr>
        <p:txBody>
          <a:bodyPr anchorCtr="0" anchor="ctr" bIns="34275" lIns="34275" spcFirstLastPara="1" rIns="34275" wrap="square" tIns="34275">
            <a:noAutofit/>
          </a:bodyPr>
          <a:lstStyle/>
          <a:p>
            <a:pPr indent="0" lvl="0" marL="0" rtl="0" algn="l">
              <a:spcBef>
                <a:spcPts val="0"/>
              </a:spcBef>
              <a:spcAft>
                <a:spcPts val="0"/>
              </a:spcAft>
              <a:buNone/>
            </a:pPr>
            <a:r>
              <a:rPr lang="en-GB"/>
              <a:t>Conclusion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pic>
        <p:nvPicPr>
          <p:cNvPr id="426" name="Google Shape;426;p41"/>
          <p:cNvPicPr preferRelativeResize="0"/>
          <p:nvPr>
            <p:ph idx="2" type="pic"/>
          </p:nvPr>
        </p:nvPicPr>
        <p:blipFill rotWithShape="1">
          <a:blip r:embed="rId3">
            <a:alphaModFix/>
          </a:blip>
          <a:srcRect b="0" l="3750" r="-3750" t="0"/>
          <a:stretch/>
        </p:blipFill>
        <p:spPr>
          <a:xfrm>
            <a:off x="5677550" y="708150"/>
            <a:ext cx="3727200" cy="3727200"/>
          </a:xfrm>
          <a:prstGeom prst="roundRect">
            <a:avLst>
              <a:gd fmla="val 16667" name="adj"/>
            </a:avLst>
          </a:prstGeom>
        </p:spPr>
      </p:pic>
      <p:sp>
        <p:nvSpPr>
          <p:cNvPr id="427" name="Google Shape;427;p41"/>
          <p:cNvSpPr txBox="1"/>
          <p:nvPr>
            <p:ph type="title"/>
          </p:nvPr>
        </p:nvSpPr>
        <p:spPr>
          <a:xfrm>
            <a:off x="642700" y="650250"/>
            <a:ext cx="4270500" cy="726900"/>
          </a:xfrm>
          <a:prstGeom prst="rect">
            <a:avLst/>
          </a:prstGeom>
        </p:spPr>
        <p:txBody>
          <a:bodyPr anchorCtr="0" anchor="ctr" bIns="34275" lIns="34275" spcFirstLastPara="1" rIns="34275" wrap="square" tIns="34275">
            <a:noAutofit/>
          </a:bodyPr>
          <a:lstStyle/>
          <a:p>
            <a:pPr indent="0" lvl="0" marL="0" rtl="0" algn="l">
              <a:spcBef>
                <a:spcPts val="0"/>
              </a:spcBef>
              <a:spcAft>
                <a:spcPts val="0"/>
              </a:spcAft>
              <a:buNone/>
            </a:pPr>
            <a:r>
              <a:rPr lang="en-GB"/>
              <a:t>Introduction to Python</a:t>
            </a:r>
            <a:endParaRPr/>
          </a:p>
        </p:txBody>
      </p:sp>
      <p:sp>
        <p:nvSpPr>
          <p:cNvPr id="428" name="Google Shape;428;p41"/>
          <p:cNvSpPr txBox="1"/>
          <p:nvPr>
            <p:ph idx="1" type="subTitle"/>
          </p:nvPr>
        </p:nvSpPr>
        <p:spPr>
          <a:xfrm>
            <a:off x="1185925" y="1687125"/>
            <a:ext cx="37272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Python 2 vs Python 3 (mention the transition)</a:t>
            </a:r>
            <a:endParaRPr/>
          </a:p>
        </p:txBody>
      </p:sp>
      <p:sp>
        <p:nvSpPr>
          <p:cNvPr id="429" name="Google Shape;429;p41"/>
          <p:cNvSpPr txBox="1"/>
          <p:nvPr>
            <p:ph idx="3" type="subTitle"/>
          </p:nvPr>
        </p:nvSpPr>
        <p:spPr>
          <a:xfrm>
            <a:off x="1185925" y="2726325"/>
            <a:ext cx="37272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Brief history of Python</a:t>
            </a:r>
            <a:endParaRPr/>
          </a:p>
        </p:txBody>
      </p:sp>
      <p:sp>
        <p:nvSpPr>
          <p:cNvPr id="430" name="Google Shape;430;p41"/>
          <p:cNvSpPr txBox="1"/>
          <p:nvPr>
            <p:ph idx="4" type="subTitle"/>
          </p:nvPr>
        </p:nvSpPr>
        <p:spPr>
          <a:xfrm>
            <a:off x="1185925" y="3765525"/>
            <a:ext cx="37272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Why Python? (Versatility, readability, large community, etc.)</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pic>
        <p:nvPicPr>
          <p:cNvPr id="435" name="Google Shape;435;p42"/>
          <p:cNvPicPr preferRelativeResize="0"/>
          <p:nvPr>
            <p:ph idx="2" type="pic"/>
          </p:nvPr>
        </p:nvPicPr>
        <p:blipFill>
          <a:blip r:embed="rId3">
            <a:alphaModFix/>
          </a:blip>
          <a:stretch>
            <a:fillRect/>
          </a:stretch>
        </p:blipFill>
        <p:spPr>
          <a:xfrm>
            <a:off x="5271350" y="664900"/>
            <a:ext cx="3759900" cy="3759900"/>
          </a:xfrm>
          <a:prstGeom prst="roundRect">
            <a:avLst>
              <a:gd fmla="val 16667" name="adj"/>
            </a:avLst>
          </a:prstGeom>
        </p:spPr>
      </p:pic>
      <p:sp>
        <p:nvSpPr>
          <p:cNvPr id="436" name="Google Shape;436;p42"/>
          <p:cNvSpPr txBox="1"/>
          <p:nvPr>
            <p:ph type="title"/>
          </p:nvPr>
        </p:nvSpPr>
        <p:spPr>
          <a:xfrm>
            <a:off x="632175" y="650250"/>
            <a:ext cx="5046000" cy="726900"/>
          </a:xfrm>
          <a:prstGeom prst="rect">
            <a:avLst/>
          </a:prstGeom>
        </p:spPr>
        <p:txBody>
          <a:bodyPr anchorCtr="0" anchor="ctr" bIns="34275" lIns="34275" spcFirstLastPara="1" rIns="34275" wrap="square" tIns="34275">
            <a:noAutofit/>
          </a:bodyPr>
          <a:lstStyle/>
          <a:p>
            <a:pPr indent="0" lvl="0" marL="0" rtl="0" algn="l">
              <a:spcBef>
                <a:spcPts val="0"/>
              </a:spcBef>
              <a:spcAft>
                <a:spcPts val="0"/>
              </a:spcAft>
              <a:buNone/>
            </a:pPr>
            <a:r>
              <a:rPr lang="en-GB"/>
              <a:t>Installing Python</a:t>
            </a:r>
            <a:endParaRPr/>
          </a:p>
        </p:txBody>
      </p:sp>
      <p:sp>
        <p:nvSpPr>
          <p:cNvPr id="437" name="Google Shape;437;p42"/>
          <p:cNvSpPr txBox="1"/>
          <p:nvPr>
            <p:ph idx="1" type="subTitle"/>
          </p:nvPr>
        </p:nvSpPr>
        <p:spPr>
          <a:xfrm>
            <a:off x="642700" y="1562500"/>
            <a:ext cx="4337400" cy="1964700"/>
          </a:xfrm>
          <a:prstGeom prst="rect">
            <a:avLst/>
          </a:prstGeom>
        </p:spPr>
        <p:txBody>
          <a:bodyPr anchorCtr="0" anchor="t" bIns="91425" lIns="91425" spcFirstLastPara="1" rIns="91425" wrap="square" tIns="91425">
            <a:noAutofit/>
          </a:bodyPr>
          <a:lstStyle/>
          <a:p>
            <a:pPr indent="-311150" lvl="0" marL="457200" rtl="0" algn="l">
              <a:lnSpc>
                <a:spcPct val="110000"/>
              </a:lnSpc>
              <a:spcBef>
                <a:spcPts val="0"/>
              </a:spcBef>
              <a:spcAft>
                <a:spcPts val="0"/>
              </a:spcAft>
              <a:buSzPts val="1300"/>
              <a:buChar char="●"/>
            </a:pPr>
            <a:r>
              <a:rPr lang="en-GB"/>
              <a:t>Downloading Python</a:t>
            </a:r>
            <a:endParaRPr/>
          </a:p>
          <a:p>
            <a:pPr indent="-311150" lvl="0" marL="457200" rtl="0" algn="l">
              <a:lnSpc>
                <a:spcPct val="110000"/>
              </a:lnSpc>
              <a:spcBef>
                <a:spcPts val="0"/>
              </a:spcBef>
              <a:spcAft>
                <a:spcPts val="0"/>
              </a:spcAft>
              <a:buSzPts val="1300"/>
              <a:buChar char="●"/>
            </a:pPr>
            <a:r>
              <a:rPr lang="en-GB"/>
              <a:t>Installing Python on different platforms (Windows, macOS, Linux)</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pic>
        <p:nvPicPr>
          <p:cNvPr id="442" name="Google Shape;442;p43"/>
          <p:cNvPicPr preferRelativeResize="0"/>
          <p:nvPr>
            <p:ph idx="2" type="pic"/>
          </p:nvPr>
        </p:nvPicPr>
        <p:blipFill rotWithShape="1">
          <a:blip r:embed="rId3">
            <a:alphaModFix/>
          </a:blip>
          <a:srcRect b="0" l="27738" r="27738" t="0"/>
          <a:stretch/>
        </p:blipFill>
        <p:spPr>
          <a:xfrm>
            <a:off x="113725" y="119400"/>
            <a:ext cx="3273000" cy="4904700"/>
          </a:xfrm>
          <a:prstGeom prst="roundRect">
            <a:avLst>
              <a:gd fmla="val 16667" name="adj"/>
            </a:avLst>
          </a:prstGeom>
        </p:spPr>
      </p:pic>
      <p:sp>
        <p:nvSpPr>
          <p:cNvPr id="443" name="Google Shape;443;p43"/>
          <p:cNvSpPr txBox="1"/>
          <p:nvPr>
            <p:ph type="title"/>
          </p:nvPr>
        </p:nvSpPr>
        <p:spPr>
          <a:xfrm>
            <a:off x="4135200" y="650250"/>
            <a:ext cx="4270500" cy="726900"/>
          </a:xfrm>
          <a:prstGeom prst="rect">
            <a:avLst/>
          </a:prstGeom>
        </p:spPr>
        <p:txBody>
          <a:bodyPr anchorCtr="0" anchor="ctr" bIns="34275" lIns="34275" spcFirstLastPara="1" rIns="34275" wrap="square" tIns="34275">
            <a:noAutofit/>
          </a:bodyPr>
          <a:lstStyle/>
          <a:p>
            <a:pPr indent="0" lvl="0" marL="0" rtl="0" algn="l">
              <a:spcBef>
                <a:spcPts val="0"/>
              </a:spcBef>
              <a:spcAft>
                <a:spcPts val="0"/>
              </a:spcAft>
              <a:buNone/>
            </a:pPr>
            <a:r>
              <a:rPr lang="en-GB"/>
              <a:t>Your First Python Program</a:t>
            </a:r>
            <a:endParaRPr/>
          </a:p>
        </p:txBody>
      </p:sp>
      <p:sp>
        <p:nvSpPr>
          <p:cNvPr id="444" name="Google Shape;444;p43"/>
          <p:cNvSpPr txBox="1"/>
          <p:nvPr>
            <p:ph idx="1" type="subTitle"/>
          </p:nvPr>
        </p:nvSpPr>
        <p:spPr>
          <a:xfrm>
            <a:off x="4678425" y="1687125"/>
            <a:ext cx="37272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Running Python scripts from the command line and IDLE</a:t>
            </a:r>
            <a:endParaRPr/>
          </a:p>
        </p:txBody>
      </p:sp>
      <p:sp>
        <p:nvSpPr>
          <p:cNvPr id="445" name="Google Shape;445;p43"/>
          <p:cNvSpPr txBox="1"/>
          <p:nvPr>
            <p:ph idx="3" type="subTitle"/>
          </p:nvPr>
        </p:nvSpPr>
        <p:spPr>
          <a:xfrm>
            <a:off x="4678425" y="2726325"/>
            <a:ext cx="37272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Writing "Hello, World!" in Python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pic>
        <p:nvPicPr>
          <p:cNvPr id="450" name="Google Shape;450;p44"/>
          <p:cNvPicPr preferRelativeResize="0"/>
          <p:nvPr>
            <p:ph idx="2" type="pic"/>
          </p:nvPr>
        </p:nvPicPr>
        <p:blipFill rotWithShape="1">
          <a:blip r:embed="rId3">
            <a:alphaModFix/>
          </a:blip>
          <a:srcRect b="3855" l="0" r="0" t="0"/>
          <a:stretch/>
        </p:blipFill>
        <p:spPr>
          <a:xfrm>
            <a:off x="5297475" y="650250"/>
            <a:ext cx="4210800" cy="4048500"/>
          </a:xfrm>
          <a:prstGeom prst="roundRect">
            <a:avLst>
              <a:gd fmla="val 16667" name="adj"/>
            </a:avLst>
          </a:prstGeom>
        </p:spPr>
      </p:pic>
      <p:sp>
        <p:nvSpPr>
          <p:cNvPr id="451" name="Google Shape;451;p44"/>
          <p:cNvSpPr txBox="1"/>
          <p:nvPr>
            <p:ph type="title"/>
          </p:nvPr>
        </p:nvSpPr>
        <p:spPr>
          <a:xfrm>
            <a:off x="632175" y="650250"/>
            <a:ext cx="5046000" cy="726900"/>
          </a:xfrm>
          <a:prstGeom prst="rect">
            <a:avLst/>
          </a:prstGeom>
        </p:spPr>
        <p:txBody>
          <a:bodyPr anchorCtr="0" anchor="ctr" bIns="34275" lIns="34275" spcFirstLastPara="1" rIns="34275" wrap="square" tIns="34275">
            <a:noAutofit/>
          </a:bodyPr>
          <a:lstStyle/>
          <a:p>
            <a:pPr indent="0" lvl="0" marL="0" rtl="0" algn="l">
              <a:spcBef>
                <a:spcPts val="0"/>
              </a:spcBef>
              <a:spcAft>
                <a:spcPts val="0"/>
              </a:spcAft>
              <a:buNone/>
            </a:pPr>
            <a:r>
              <a:rPr lang="en-GB"/>
              <a:t>Variables and Data Types</a:t>
            </a:r>
            <a:endParaRPr/>
          </a:p>
        </p:txBody>
      </p:sp>
      <p:sp>
        <p:nvSpPr>
          <p:cNvPr id="452" name="Google Shape;452;p44"/>
          <p:cNvSpPr txBox="1"/>
          <p:nvPr>
            <p:ph idx="1" type="subTitle"/>
          </p:nvPr>
        </p:nvSpPr>
        <p:spPr>
          <a:xfrm>
            <a:off x="642700" y="1562500"/>
            <a:ext cx="4337400" cy="1964700"/>
          </a:xfrm>
          <a:prstGeom prst="rect">
            <a:avLst/>
          </a:prstGeom>
        </p:spPr>
        <p:txBody>
          <a:bodyPr anchorCtr="0" anchor="t" bIns="91425" lIns="91425" spcFirstLastPara="1" rIns="91425" wrap="square" tIns="91425">
            <a:noAutofit/>
          </a:bodyPr>
          <a:lstStyle/>
          <a:p>
            <a:pPr indent="-311150" lvl="0" marL="457200" rtl="0" algn="l">
              <a:lnSpc>
                <a:spcPct val="110000"/>
              </a:lnSpc>
              <a:spcBef>
                <a:spcPts val="0"/>
              </a:spcBef>
              <a:spcAft>
                <a:spcPts val="0"/>
              </a:spcAft>
              <a:buSzPts val="1300"/>
              <a:buChar char="●"/>
            </a:pPr>
            <a:r>
              <a:rPr lang="en-GB"/>
              <a:t>Variables and assignment</a:t>
            </a:r>
            <a:endParaRPr/>
          </a:p>
          <a:p>
            <a:pPr indent="-311150" lvl="0" marL="457200" rtl="0" algn="l">
              <a:lnSpc>
                <a:spcPct val="110000"/>
              </a:lnSpc>
              <a:spcBef>
                <a:spcPts val="0"/>
              </a:spcBef>
              <a:spcAft>
                <a:spcPts val="0"/>
              </a:spcAft>
              <a:buSzPts val="1300"/>
              <a:buChar char="●"/>
            </a:pPr>
            <a:r>
              <a:rPr lang="en-GB"/>
              <a:t>Common data types: int, float, string, boolean</a:t>
            </a:r>
            <a:endParaRPr/>
          </a:p>
          <a:p>
            <a:pPr indent="-311150" lvl="0" marL="457200" rtl="0" algn="l">
              <a:lnSpc>
                <a:spcPct val="110000"/>
              </a:lnSpc>
              <a:spcBef>
                <a:spcPts val="0"/>
              </a:spcBef>
              <a:spcAft>
                <a:spcPts val="0"/>
              </a:spcAft>
              <a:buSzPts val="1300"/>
              <a:buChar char="●"/>
            </a:pPr>
            <a:r>
              <a:rPr lang="en-GB"/>
              <a:t>Dynamic typing in Python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pic>
        <p:nvPicPr>
          <p:cNvPr id="457" name="Google Shape;457;p45"/>
          <p:cNvPicPr preferRelativeResize="0"/>
          <p:nvPr>
            <p:ph idx="2" type="pic"/>
          </p:nvPr>
        </p:nvPicPr>
        <p:blipFill>
          <a:blip r:embed="rId3">
            <a:alphaModFix/>
          </a:blip>
          <a:stretch>
            <a:fillRect/>
          </a:stretch>
        </p:blipFill>
        <p:spPr>
          <a:xfrm>
            <a:off x="5735849" y="1120875"/>
            <a:ext cx="3285300" cy="3285300"/>
          </a:xfrm>
          <a:prstGeom prst="roundRect">
            <a:avLst>
              <a:gd fmla="val 16667" name="adj"/>
            </a:avLst>
          </a:prstGeom>
        </p:spPr>
      </p:pic>
      <p:sp>
        <p:nvSpPr>
          <p:cNvPr id="458" name="Google Shape;458;p45"/>
          <p:cNvSpPr txBox="1"/>
          <p:nvPr>
            <p:ph type="title"/>
          </p:nvPr>
        </p:nvSpPr>
        <p:spPr>
          <a:xfrm>
            <a:off x="642700" y="650250"/>
            <a:ext cx="4270500" cy="726900"/>
          </a:xfrm>
          <a:prstGeom prst="rect">
            <a:avLst/>
          </a:prstGeom>
        </p:spPr>
        <p:txBody>
          <a:bodyPr anchorCtr="0" anchor="ctr" bIns="34275" lIns="34275" spcFirstLastPara="1" rIns="34275" wrap="square" tIns="34275">
            <a:noAutofit/>
          </a:bodyPr>
          <a:lstStyle/>
          <a:p>
            <a:pPr indent="0" lvl="0" marL="0" rtl="0" algn="l">
              <a:spcBef>
                <a:spcPts val="0"/>
              </a:spcBef>
              <a:spcAft>
                <a:spcPts val="0"/>
              </a:spcAft>
              <a:buNone/>
            </a:pPr>
            <a:r>
              <a:rPr lang="en-GB"/>
              <a:t>Basic Operations</a:t>
            </a:r>
            <a:endParaRPr/>
          </a:p>
        </p:txBody>
      </p:sp>
      <p:sp>
        <p:nvSpPr>
          <p:cNvPr id="459" name="Google Shape;459;p45"/>
          <p:cNvSpPr txBox="1"/>
          <p:nvPr>
            <p:ph idx="1" type="subTitle"/>
          </p:nvPr>
        </p:nvSpPr>
        <p:spPr>
          <a:xfrm>
            <a:off x="1185925" y="1687125"/>
            <a:ext cx="37272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Logical operators (and, or, not)</a:t>
            </a:r>
            <a:endParaRPr/>
          </a:p>
        </p:txBody>
      </p:sp>
      <p:sp>
        <p:nvSpPr>
          <p:cNvPr id="460" name="Google Shape;460;p45"/>
          <p:cNvSpPr txBox="1"/>
          <p:nvPr>
            <p:ph idx="3" type="subTitle"/>
          </p:nvPr>
        </p:nvSpPr>
        <p:spPr>
          <a:xfrm>
            <a:off x="1185925" y="2726325"/>
            <a:ext cx="37272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Arithmetic operators (+, -, *, /, %)</a:t>
            </a:r>
            <a:endParaRPr/>
          </a:p>
        </p:txBody>
      </p:sp>
      <p:sp>
        <p:nvSpPr>
          <p:cNvPr id="461" name="Google Shape;461;p45"/>
          <p:cNvSpPr txBox="1"/>
          <p:nvPr>
            <p:ph idx="4" type="subTitle"/>
          </p:nvPr>
        </p:nvSpPr>
        <p:spPr>
          <a:xfrm>
            <a:off x="1185925" y="3765525"/>
            <a:ext cx="37272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Comparison operators (==, !=, &gt;, &lt;, &gt;=, &lt;=)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pic>
        <p:nvPicPr>
          <p:cNvPr id="466" name="Google Shape;466;p46"/>
          <p:cNvPicPr preferRelativeResize="0"/>
          <p:nvPr>
            <p:ph idx="2" type="pic"/>
          </p:nvPr>
        </p:nvPicPr>
        <p:blipFill>
          <a:blip r:embed="rId3">
            <a:alphaModFix/>
          </a:blip>
          <a:stretch>
            <a:fillRect/>
          </a:stretch>
        </p:blipFill>
        <p:spPr>
          <a:xfrm>
            <a:off x="123700" y="963825"/>
            <a:ext cx="3227400" cy="3227400"/>
          </a:xfrm>
          <a:prstGeom prst="roundRect">
            <a:avLst>
              <a:gd fmla="val 16667" name="adj"/>
            </a:avLst>
          </a:prstGeom>
        </p:spPr>
      </p:pic>
      <p:sp>
        <p:nvSpPr>
          <p:cNvPr id="467" name="Google Shape;467;p46"/>
          <p:cNvSpPr txBox="1"/>
          <p:nvPr>
            <p:ph idx="1" type="subTitle"/>
          </p:nvPr>
        </p:nvSpPr>
        <p:spPr>
          <a:xfrm>
            <a:off x="4135200" y="1595175"/>
            <a:ext cx="4176600" cy="1964700"/>
          </a:xfrm>
          <a:prstGeom prst="rect">
            <a:avLst/>
          </a:prstGeom>
        </p:spPr>
        <p:txBody>
          <a:bodyPr anchorCtr="0" anchor="t" bIns="91425" lIns="91425" spcFirstLastPara="1" rIns="91425" wrap="square" tIns="91425">
            <a:noAutofit/>
          </a:bodyPr>
          <a:lstStyle/>
          <a:p>
            <a:pPr indent="-311150" lvl="0" marL="457200" rtl="0" algn="l">
              <a:lnSpc>
                <a:spcPct val="110000"/>
              </a:lnSpc>
              <a:spcBef>
                <a:spcPts val="0"/>
              </a:spcBef>
              <a:spcAft>
                <a:spcPts val="0"/>
              </a:spcAft>
              <a:buSzPts val="1300"/>
              <a:buChar char="●"/>
            </a:pPr>
            <a:r>
              <a:rPr lang="en-GB"/>
              <a:t>if statements</a:t>
            </a:r>
            <a:endParaRPr/>
          </a:p>
          <a:p>
            <a:pPr indent="-311150" lvl="0" marL="457200" rtl="0" algn="l">
              <a:lnSpc>
                <a:spcPct val="110000"/>
              </a:lnSpc>
              <a:spcBef>
                <a:spcPts val="0"/>
              </a:spcBef>
              <a:spcAft>
                <a:spcPts val="0"/>
              </a:spcAft>
              <a:buSzPts val="1300"/>
              <a:buChar char="●"/>
            </a:pPr>
            <a:r>
              <a:rPr lang="en-GB"/>
              <a:t>else and elif clauses</a:t>
            </a:r>
            <a:endParaRPr/>
          </a:p>
          <a:p>
            <a:pPr indent="-311150" lvl="0" marL="457200" rtl="0" algn="l">
              <a:lnSpc>
                <a:spcPct val="110000"/>
              </a:lnSpc>
              <a:spcBef>
                <a:spcPts val="0"/>
              </a:spcBef>
              <a:spcAft>
                <a:spcPts val="0"/>
              </a:spcAft>
              <a:buSzPts val="1300"/>
              <a:buChar char="●"/>
            </a:pPr>
            <a:r>
              <a:rPr lang="en-GB"/>
              <a:t>Indentation in Python</a:t>
            </a:r>
            <a:endParaRPr/>
          </a:p>
        </p:txBody>
      </p:sp>
      <p:sp>
        <p:nvSpPr>
          <p:cNvPr id="468" name="Google Shape;468;p46"/>
          <p:cNvSpPr txBox="1"/>
          <p:nvPr>
            <p:ph type="title"/>
          </p:nvPr>
        </p:nvSpPr>
        <p:spPr>
          <a:xfrm>
            <a:off x="4135200" y="650250"/>
            <a:ext cx="4270500" cy="726900"/>
          </a:xfrm>
          <a:prstGeom prst="rect">
            <a:avLst/>
          </a:prstGeom>
        </p:spPr>
        <p:txBody>
          <a:bodyPr anchorCtr="0" anchor="ctr" bIns="34275" lIns="34275" spcFirstLastPara="1" rIns="34275" wrap="square" tIns="34275">
            <a:noAutofit/>
          </a:bodyPr>
          <a:lstStyle/>
          <a:p>
            <a:pPr indent="0" lvl="0" marL="0" rtl="0" algn="l">
              <a:spcBef>
                <a:spcPts val="0"/>
              </a:spcBef>
              <a:spcAft>
                <a:spcPts val="0"/>
              </a:spcAft>
              <a:buNone/>
            </a:pPr>
            <a:r>
              <a:rPr lang="en-GB"/>
              <a:t>Control Structures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pic>
        <p:nvPicPr>
          <p:cNvPr id="473" name="Google Shape;473;p47"/>
          <p:cNvPicPr preferRelativeResize="0"/>
          <p:nvPr>
            <p:ph idx="2" type="pic"/>
          </p:nvPr>
        </p:nvPicPr>
        <p:blipFill>
          <a:blip r:embed="rId3">
            <a:alphaModFix/>
          </a:blip>
          <a:stretch>
            <a:fillRect/>
          </a:stretch>
        </p:blipFill>
        <p:spPr>
          <a:xfrm>
            <a:off x="4802975" y="650250"/>
            <a:ext cx="4270500" cy="4270500"/>
          </a:xfrm>
          <a:prstGeom prst="roundRect">
            <a:avLst>
              <a:gd fmla="val 16667" name="adj"/>
            </a:avLst>
          </a:prstGeom>
        </p:spPr>
      </p:pic>
      <p:sp>
        <p:nvSpPr>
          <p:cNvPr id="474" name="Google Shape;474;p47"/>
          <p:cNvSpPr txBox="1"/>
          <p:nvPr>
            <p:ph type="title"/>
          </p:nvPr>
        </p:nvSpPr>
        <p:spPr>
          <a:xfrm>
            <a:off x="642700" y="650250"/>
            <a:ext cx="4270500" cy="726900"/>
          </a:xfrm>
          <a:prstGeom prst="rect">
            <a:avLst/>
          </a:prstGeom>
        </p:spPr>
        <p:txBody>
          <a:bodyPr anchorCtr="0" anchor="ctr" bIns="34275" lIns="34275" spcFirstLastPara="1" rIns="34275" wrap="square" tIns="34275">
            <a:noAutofit/>
          </a:bodyPr>
          <a:lstStyle/>
          <a:p>
            <a:pPr indent="0" lvl="0" marL="0" rtl="0" algn="l">
              <a:spcBef>
                <a:spcPts val="0"/>
              </a:spcBef>
              <a:spcAft>
                <a:spcPts val="0"/>
              </a:spcAft>
              <a:buNone/>
            </a:pPr>
            <a:r>
              <a:rPr lang="en-GB"/>
              <a:t>Loops</a:t>
            </a:r>
            <a:endParaRPr/>
          </a:p>
        </p:txBody>
      </p:sp>
      <p:sp>
        <p:nvSpPr>
          <p:cNvPr id="475" name="Google Shape;475;p47"/>
          <p:cNvSpPr txBox="1"/>
          <p:nvPr>
            <p:ph idx="1" type="subTitle"/>
          </p:nvPr>
        </p:nvSpPr>
        <p:spPr>
          <a:xfrm>
            <a:off x="1185925" y="1687125"/>
            <a:ext cx="37272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Loop control statements (break, continue)</a:t>
            </a:r>
            <a:endParaRPr/>
          </a:p>
        </p:txBody>
      </p:sp>
      <p:sp>
        <p:nvSpPr>
          <p:cNvPr id="476" name="Google Shape;476;p47"/>
          <p:cNvSpPr txBox="1"/>
          <p:nvPr>
            <p:ph idx="3" type="subTitle"/>
          </p:nvPr>
        </p:nvSpPr>
        <p:spPr>
          <a:xfrm>
            <a:off x="1185925" y="2726325"/>
            <a:ext cx="37272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for loops</a:t>
            </a:r>
            <a:endParaRPr/>
          </a:p>
        </p:txBody>
      </p:sp>
      <p:sp>
        <p:nvSpPr>
          <p:cNvPr id="477" name="Google Shape;477;p47"/>
          <p:cNvSpPr txBox="1"/>
          <p:nvPr>
            <p:ph idx="4" type="subTitle"/>
          </p:nvPr>
        </p:nvSpPr>
        <p:spPr>
          <a:xfrm>
            <a:off x="1185925" y="3765525"/>
            <a:ext cx="37272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while loops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pic>
        <p:nvPicPr>
          <p:cNvPr id="482" name="Google Shape;482;p48"/>
          <p:cNvPicPr preferRelativeResize="0"/>
          <p:nvPr>
            <p:ph idx="2" type="pic"/>
          </p:nvPr>
        </p:nvPicPr>
        <p:blipFill rotWithShape="1">
          <a:blip r:embed="rId3">
            <a:alphaModFix/>
          </a:blip>
          <a:srcRect b="0" l="27765" r="27765" t="0"/>
          <a:stretch/>
        </p:blipFill>
        <p:spPr>
          <a:xfrm>
            <a:off x="5782350" y="110350"/>
            <a:ext cx="3249000" cy="4869000"/>
          </a:xfrm>
          <a:prstGeom prst="roundRect">
            <a:avLst>
              <a:gd fmla="val 16667" name="adj"/>
            </a:avLst>
          </a:prstGeom>
        </p:spPr>
      </p:pic>
      <p:sp>
        <p:nvSpPr>
          <p:cNvPr id="483" name="Google Shape;483;p48"/>
          <p:cNvSpPr txBox="1"/>
          <p:nvPr>
            <p:ph type="title"/>
          </p:nvPr>
        </p:nvSpPr>
        <p:spPr>
          <a:xfrm>
            <a:off x="632175" y="650250"/>
            <a:ext cx="5046000" cy="726900"/>
          </a:xfrm>
          <a:prstGeom prst="rect">
            <a:avLst/>
          </a:prstGeom>
        </p:spPr>
        <p:txBody>
          <a:bodyPr anchorCtr="0" anchor="ctr" bIns="34275" lIns="34275" spcFirstLastPara="1" rIns="34275" wrap="square" tIns="34275">
            <a:noAutofit/>
          </a:bodyPr>
          <a:lstStyle/>
          <a:p>
            <a:pPr indent="0" lvl="0" marL="0" rtl="0" algn="l">
              <a:spcBef>
                <a:spcPts val="0"/>
              </a:spcBef>
              <a:spcAft>
                <a:spcPts val="0"/>
              </a:spcAft>
              <a:buNone/>
            </a:pPr>
            <a:r>
              <a:rPr lang="en-GB"/>
              <a:t>Data Structures</a:t>
            </a:r>
            <a:endParaRPr/>
          </a:p>
        </p:txBody>
      </p:sp>
      <p:sp>
        <p:nvSpPr>
          <p:cNvPr id="484" name="Google Shape;484;p48"/>
          <p:cNvSpPr txBox="1"/>
          <p:nvPr>
            <p:ph idx="1" type="subTitle"/>
          </p:nvPr>
        </p:nvSpPr>
        <p:spPr>
          <a:xfrm>
            <a:off x="642700" y="1562500"/>
            <a:ext cx="4337400" cy="1964700"/>
          </a:xfrm>
          <a:prstGeom prst="rect">
            <a:avLst/>
          </a:prstGeom>
        </p:spPr>
        <p:txBody>
          <a:bodyPr anchorCtr="0" anchor="t" bIns="91425" lIns="91425" spcFirstLastPara="1" rIns="91425" wrap="square" tIns="91425">
            <a:noAutofit/>
          </a:bodyPr>
          <a:lstStyle/>
          <a:p>
            <a:pPr indent="-311150" lvl="0" marL="457200" rtl="0" algn="l">
              <a:lnSpc>
                <a:spcPct val="110000"/>
              </a:lnSpc>
              <a:spcBef>
                <a:spcPts val="0"/>
              </a:spcBef>
              <a:spcAft>
                <a:spcPts val="0"/>
              </a:spcAft>
              <a:buSzPts val="1300"/>
              <a:buChar char="●"/>
            </a:pPr>
            <a:r>
              <a:rPr lang="en-GB"/>
              <a:t>Lists</a:t>
            </a:r>
            <a:endParaRPr/>
          </a:p>
          <a:p>
            <a:pPr indent="-311150" lvl="0" marL="457200" rtl="0" algn="l">
              <a:lnSpc>
                <a:spcPct val="110000"/>
              </a:lnSpc>
              <a:spcBef>
                <a:spcPts val="0"/>
              </a:spcBef>
              <a:spcAft>
                <a:spcPts val="0"/>
              </a:spcAft>
              <a:buSzPts val="1300"/>
              <a:buChar char="●"/>
            </a:pPr>
            <a:r>
              <a:rPr lang="en-GB"/>
              <a:t>Tuples</a:t>
            </a:r>
            <a:endParaRPr/>
          </a:p>
          <a:p>
            <a:pPr indent="-311150" lvl="0" marL="457200" rtl="0" algn="l">
              <a:lnSpc>
                <a:spcPct val="110000"/>
              </a:lnSpc>
              <a:spcBef>
                <a:spcPts val="0"/>
              </a:spcBef>
              <a:spcAft>
                <a:spcPts val="0"/>
              </a:spcAft>
              <a:buSzPts val="1300"/>
              <a:buChar char="●"/>
            </a:pPr>
            <a:r>
              <a:rPr lang="en-GB"/>
              <a:t>Dictionaries</a:t>
            </a:r>
            <a:endParaRPr/>
          </a:p>
          <a:p>
            <a:pPr indent="-311150" lvl="0" marL="457200" rtl="0" algn="l">
              <a:lnSpc>
                <a:spcPct val="110000"/>
              </a:lnSpc>
              <a:spcBef>
                <a:spcPts val="0"/>
              </a:spcBef>
              <a:spcAft>
                <a:spcPts val="0"/>
              </a:spcAft>
              <a:buSzPts val="1300"/>
              <a:buChar char="●"/>
            </a:pPr>
            <a:r>
              <a:rPr lang="en-GB"/>
              <a:t>Sets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pic>
        <p:nvPicPr>
          <p:cNvPr id="489" name="Google Shape;489;p49"/>
          <p:cNvPicPr preferRelativeResize="0"/>
          <p:nvPr>
            <p:ph idx="2" type="pic"/>
          </p:nvPr>
        </p:nvPicPr>
        <p:blipFill rotWithShape="1">
          <a:blip r:embed="rId3">
            <a:alphaModFix/>
          </a:blip>
          <a:srcRect b="0" l="32405" r="32405" t="0"/>
          <a:stretch/>
        </p:blipFill>
        <p:spPr>
          <a:xfrm>
            <a:off x="5735849" y="110100"/>
            <a:ext cx="3285300" cy="4923300"/>
          </a:xfrm>
          <a:prstGeom prst="roundRect">
            <a:avLst>
              <a:gd fmla="val 16667" name="adj"/>
            </a:avLst>
          </a:prstGeom>
        </p:spPr>
      </p:pic>
      <p:sp>
        <p:nvSpPr>
          <p:cNvPr id="490" name="Google Shape;490;p49"/>
          <p:cNvSpPr txBox="1"/>
          <p:nvPr>
            <p:ph type="title"/>
          </p:nvPr>
        </p:nvSpPr>
        <p:spPr>
          <a:xfrm>
            <a:off x="642700" y="650250"/>
            <a:ext cx="4270500" cy="726900"/>
          </a:xfrm>
          <a:prstGeom prst="rect">
            <a:avLst/>
          </a:prstGeom>
        </p:spPr>
        <p:txBody>
          <a:bodyPr anchorCtr="0" anchor="ctr" bIns="34275" lIns="34275" spcFirstLastPara="1" rIns="34275" wrap="square" tIns="34275">
            <a:noAutofit/>
          </a:bodyPr>
          <a:lstStyle/>
          <a:p>
            <a:pPr indent="0" lvl="0" marL="0" rtl="0" algn="l">
              <a:spcBef>
                <a:spcPts val="0"/>
              </a:spcBef>
              <a:spcAft>
                <a:spcPts val="0"/>
              </a:spcAft>
              <a:buNone/>
            </a:pPr>
            <a:r>
              <a:rPr lang="en-GB"/>
              <a:t>Functions</a:t>
            </a:r>
            <a:endParaRPr/>
          </a:p>
        </p:txBody>
      </p:sp>
      <p:sp>
        <p:nvSpPr>
          <p:cNvPr id="491" name="Google Shape;491;p49"/>
          <p:cNvSpPr txBox="1"/>
          <p:nvPr>
            <p:ph idx="1" type="subTitle"/>
          </p:nvPr>
        </p:nvSpPr>
        <p:spPr>
          <a:xfrm>
            <a:off x="1185925" y="1687125"/>
            <a:ext cx="37272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Return statement</a:t>
            </a:r>
            <a:endParaRPr/>
          </a:p>
        </p:txBody>
      </p:sp>
      <p:sp>
        <p:nvSpPr>
          <p:cNvPr id="492" name="Google Shape;492;p49"/>
          <p:cNvSpPr txBox="1"/>
          <p:nvPr>
            <p:ph idx="3" type="subTitle"/>
          </p:nvPr>
        </p:nvSpPr>
        <p:spPr>
          <a:xfrm>
            <a:off x="1185925" y="2726325"/>
            <a:ext cx="37272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Defining functions</a:t>
            </a:r>
            <a:endParaRPr/>
          </a:p>
        </p:txBody>
      </p:sp>
      <p:sp>
        <p:nvSpPr>
          <p:cNvPr id="493" name="Google Shape;493;p49"/>
          <p:cNvSpPr txBox="1"/>
          <p:nvPr>
            <p:ph idx="4" type="subTitle"/>
          </p:nvPr>
        </p:nvSpPr>
        <p:spPr>
          <a:xfrm>
            <a:off x="1185925" y="3765525"/>
            <a:ext cx="37272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Parameters and arguments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pic>
        <p:nvPicPr>
          <p:cNvPr id="498" name="Google Shape;498;p50"/>
          <p:cNvPicPr preferRelativeResize="0"/>
          <p:nvPr>
            <p:ph idx="2" type="pic"/>
          </p:nvPr>
        </p:nvPicPr>
        <p:blipFill rotWithShape="1">
          <a:blip r:embed="rId3">
            <a:alphaModFix/>
          </a:blip>
          <a:srcRect b="0" l="27765" r="27765" t="0"/>
          <a:stretch/>
        </p:blipFill>
        <p:spPr>
          <a:xfrm>
            <a:off x="5782350" y="110350"/>
            <a:ext cx="3249000" cy="4869000"/>
          </a:xfrm>
          <a:prstGeom prst="roundRect">
            <a:avLst>
              <a:gd fmla="val 16667" name="adj"/>
            </a:avLst>
          </a:prstGeom>
        </p:spPr>
      </p:pic>
      <p:sp>
        <p:nvSpPr>
          <p:cNvPr id="499" name="Google Shape;499;p50"/>
          <p:cNvSpPr txBox="1"/>
          <p:nvPr>
            <p:ph type="title"/>
          </p:nvPr>
        </p:nvSpPr>
        <p:spPr>
          <a:xfrm>
            <a:off x="632175" y="650250"/>
            <a:ext cx="5046000" cy="726900"/>
          </a:xfrm>
          <a:prstGeom prst="rect">
            <a:avLst/>
          </a:prstGeom>
        </p:spPr>
        <p:txBody>
          <a:bodyPr anchorCtr="0" anchor="ctr" bIns="34275" lIns="34275" spcFirstLastPara="1" rIns="34275" wrap="square" tIns="34275">
            <a:noAutofit/>
          </a:bodyPr>
          <a:lstStyle/>
          <a:p>
            <a:pPr indent="0" lvl="0" marL="0" rtl="0" algn="l">
              <a:spcBef>
                <a:spcPts val="0"/>
              </a:spcBef>
              <a:spcAft>
                <a:spcPts val="0"/>
              </a:spcAft>
              <a:buNone/>
            </a:pPr>
            <a:r>
              <a:rPr lang="en-GB"/>
              <a:t>Modules and Packages</a:t>
            </a:r>
            <a:endParaRPr/>
          </a:p>
        </p:txBody>
      </p:sp>
      <p:sp>
        <p:nvSpPr>
          <p:cNvPr id="500" name="Google Shape;500;p50"/>
          <p:cNvSpPr txBox="1"/>
          <p:nvPr>
            <p:ph idx="1" type="subTitle"/>
          </p:nvPr>
        </p:nvSpPr>
        <p:spPr>
          <a:xfrm>
            <a:off x="642700" y="1562500"/>
            <a:ext cx="4337400" cy="1964700"/>
          </a:xfrm>
          <a:prstGeom prst="rect">
            <a:avLst/>
          </a:prstGeom>
        </p:spPr>
        <p:txBody>
          <a:bodyPr anchorCtr="0" anchor="t" bIns="91425" lIns="91425" spcFirstLastPara="1" rIns="91425" wrap="square" tIns="91425">
            <a:noAutofit/>
          </a:bodyPr>
          <a:lstStyle/>
          <a:p>
            <a:pPr indent="-311150" lvl="0" marL="457200" rtl="0" algn="l">
              <a:lnSpc>
                <a:spcPct val="110000"/>
              </a:lnSpc>
              <a:spcBef>
                <a:spcPts val="0"/>
              </a:spcBef>
              <a:spcAft>
                <a:spcPts val="0"/>
              </a:spcAft>
              <a:buSzPts val="1300"/>
              <a:buChar char="●"/>
            </a:pPr>
            <a:r>
              <a:rPr lang="en-GB"/>
              <a:t>Importing modules</a:t>
            </a:r>
            <a:endParaRPr/>
          </a:p>
          <a:p>
            <a:pPr indent="-311150" lvl="0" marL="457200" rtl="0" algn="l">
              <a:lnSpc>
                <a:spcPct val="110000"/>
              </a:lnSpc>
              <a:spcBef>
                <a:spcPts val="0"/>
              </a:spcBef>
              <a:spcAft>
                <a:spcPts val="0"/>
              </a:spcAft>
              <a:buSzPts val="1300"/>
              <a:buChar char="●"/>
            </a:pPr>
            <a:r>
              <a:rPr lang="en-GB"/>
              <a:t>Creating your own modules</a:t>
            </a:r>
            <a:endParaRPr/>
          </a:p>
          <a:p>
            <a:pPr indent="-311150" lvl="0" marL="457200" rtl="0" algn="l">
              <a:lnSpc>
                <a:spcPct val="110000"/>
              </a:lnSpc>
              <a:spcBef>
                <a:spcPts val="0"/>
              </a:spcBef>
              <a:spcAft>
                <a:spcPts val="0"/>
              </a:spcAft>
              <a:buSzPts val="1300"/>
              <a:buChar char="●"/>
            </a:pPr>
            <a:r>
              <a:rPr lang="en-GB"/>
              <a:t>Installing packages using pip</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pic>
        <p:nvPicPr>
          <p:cNvPr id="505" name="Google Shape;505;p51"/>
          <p:cNvPicPr preferRelativeResize="0"/>
          <p:nvPr>
            <p:ph idx="2" type="pic"/>
          </p:nvPr>
        </p:nvPicPr>
        <p:blipFill rotWithShape="1">
          <a:blip r:embed="rId3">
            <a:alphaModFix/>
          </a:blip>
          <a:srcRect b="874" l="0" r="0" t="884"/>
          <a:stretch/>
        </p:blipFill>
        <p:spPr>
          <a:xfrm>
            <a:off x="5735849" y="110100"/>
            <a:ext cx="3285300" cy="4923300"/>
          </a:xfrm>
          <a:prstGeom prst="roundRect">
            <a:avLst>
              <a:gd fmla="val 16667" name="adj"/>
            </a:avLst>
          </a:prstGeom>
        </p:spPr>
      </p:pic>
      <p:sp>
        <p:nvSpPr>
          <p:cNvPr id="506" name="Google Shape;506;p51"/>
          <p:cNvSpPr txBox="1"/>
          <p:nvPr>
            <p:ph type="title"/>
          </p:nvPr>
        </p:nvSpPr>
        <p:spPr>
          <a:xfrm>
            <a:off x="642700" y="650250"/>
            <a:ext cx="4270500" cy="726900"/>
          </a:xfrm>
          <a:prstGeom prst="rect">
            <a:avLst/>
          </a:prstGeom>
        </p:spPr>
        <p:txBody>
          <a:bodyPr anchorCtr="0" anchor="ctr" bIns="34275" lIns="34275" spcFirstLastPara="1" rIns="34275" wrap="square" tIns="34275">
            <a:noAutofit/>
          </a:bodyPr>
          <a:lstStyle/>
          <a:p>
            <a:pPr indent="0" lvl="0" marL="0" rtl="0" algn="l">
              <a:spcBef>
                <a:spcPts val="0"/>
              </a:spcBef>
              <a:spcAft>
                <a:spcPts val="0"/>
              </a:spcAft>
              <a:buNone/>
            </a:pPr>
            <a:r>
              <a:rPr lang="en-GB"/>
              <a:t>Error Handling</a:t>
            </a:r>
            <a:endParaRPr/>
          </a:p>
        </p:txBody>
      </p:sp>
      <p:sp>
        <p:nvSpPr>
          <p:cNvPr id="507" name="Google Shape;507;p51"/>
          <p:cNvSpPr txBox="1"/>
          <p:nvPr>
            <p:ph idx="1" type="subTitle"/>
          </p:nvPr>
        </p:nvSpPr>
        <p:spPr>
          <a:xfrm>
            <a:off x="1185925" y="1687125"/>
            <a:ext cx="37272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finally block</a:t>
            </a:r>
            <a:endParaRPr/>
          </a:p>
        </p:txBody>
      </p:sp>
      <p:sp>
        <p:nvSpPr>
          <p:cNvPr id="508" name="Google Shape;508;p51"/>
          <p:cNvSpPr txBox="1"/>
          <p:nvPr>
            <p:ph idx="3" type="subTitle"/>
          </p:nvPr>
        </p:nvSpPr>
        <p:spPr>
          <a:xfrm>
            <a:off x="1185925" y="2726325"/>
            <a:ext cx="37272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Exception handling with try and except</a:t>
            </a:r>
            <a:endParaRPr/>
          </a:p>
        </p:txBody>
      </p:sp>
      <p:sp>
        <p:nvSpPr>
          <p:cNvPr id="509" name="Google Shape;509;p51"/>
          <p:cNvSpPr txBox="1"/>
          <p:nvPr>
            <p:ph idx="4" type="subTitle"/>
          </p:nvPr>
        </p:nvSpPr>
        <p:spPr>
          <a:xfrm>
            <a:off x="1185925" y="3765525"/>
            <a:ext cx="37272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Handling specific exceptions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pic>
        <p:nvPicPr>
          <p:cNvPr id="514" name="Google Shape;514;p52"/>
          <p:cNvPicPr preferRelativeResize="0"/>
          <p:nvPr>
            <p:ph idx="2" type="pic"/>
          </p:nvPr>
        </p:nvPicPr>
        <p:blipFill rotWithShape="1">
          <a:blip r:embed="rId3">
            <a:alphaModFix/>
          </a:blip>
          <a:srcRect b="0" l="308" r="317" t="0"/>
          <a:stretch/>
        </p:blipFill>
        <p:spPr>
          <a:xfrm>
            <a:off x="123700" y="159225"/>
            <a:ext cx="3227400" cy="4836600"/>
          </a:xfrm>
          <a:prstGeom prst="roundRect">
            <a:avLst>
              <a:gd fmla="val 16667" name="adj"/>
            </a:avLst>
          </a:prstGeom>
        </p:spPr>
      </p:pic>
      <p:sp>
        <p:nvSpPr>
          <p:cNvPr id="515" name="Google Shape;515;p52"/>
          <p:cNvSpPr txBox="1"/>
          <p:nvPr>
            <p:ph idx="1" type="subTitle"/>
          </p:nvPr>
        </p:nvSpPr>
        <p:spPr>
          <a:xfrm>
            <a:off x="4135200" y="1595175"/>
            <a:ext cx="4176600" cy="1964700"/>
          </a:xfrm>
          <a:prstGeom prst="rect">
            <a:avLst/>
          </a:prstGeom>
        </p:spPr>
        <p:txBody>
          <a:bodyPr anchorCtr="0" anchor="t" bIns="91425" lIns="91425" spcFirstLastPara="1" rIns="91425" wrap="square" tIns="91425">
            <a:noAutofit/>
          </a:bodyPr>
          <a:lstStyle/>
          <a:p>
            <a:pPr indent="-311150" lvl="0" marL="457200" rtl="0" algn="l">
              <a:lnSpc>
                <a:spcPct val="110000"/>
              </a:lnSpc>
              <a:spcBef>
                <a:spcPts val="0"/>
              </a:spcBef>
              <a:spcAft>
                <a:spcPts val="0"/>
              </a:spcAft>
              <a:buSzPts val="1300"/>
              <a:buChar char="●"/>
            </a:pPr>
            <a:r>
              <a:rPr lang="en-GB"/>
              <a:t>Opening and closing files</a:t>
            </a:r>
            <a:endParaRPr/>
          </a:p>
          <a:p>
            <a:pPr indent="-311150" lvl="0" marL="457200" rtl="0" algn="l">
              <a:lnSpc>
                <a:spcPct val="110000"/>
              </a:lnSpc>
              <a:spcBef>
                <a:spcPts val="0"/>
              </a:spcBef>
              <a:spcAft>
                <a:spcPts val="0"/>
              </a:spcAft>
              <a:buSzPts val="1300"/>
              <a:buChar char="●"/>
            </a:pPr>
            <a:r>
              <a:rPr lang="en-GB"/>
              <a:t>Reading from and writing to files</a:t>
            </a:r>
            <a:endParaRPr/>
          </a:p>
          <a:p>
            <a:pPr indent="-311150" lvl="0" marL="457200" rtl="0" algn="l">
              <a:lnSpc>
                <a:spcPct val="110000"/>
              </a:lnSpc>
              <a:spcBef>
                <a:spcPts val="0"/>
              </a:spcBef>
              <a:spcAft>
                <a:spcPts val="0"/>
              </a:spcAft>
              <a:buSzPts val="1300"/>
              <a:buChar char="●"/>
            </a:pPr>
            <a:r>
              <a:rPr lang="en-GB"/>
              <a:t>Using 'with' statement for file handling</a:t>
            </a:r>
            <a:endParaRPr/>
          </a:p>
        </p:txBody>
      </p:sp>
      <p:sp>
        <p:nvSpPr>
          <p:cNvPr id="516" name="Google Shape;516;p52"/>
          <p:cNvSpPr txBox="1"/>
          <p:nvPr>
            <p:ph type="title"/>
          </p:nvPr>
        </p:nvSpPr>
        <p:spPr>
          <a:xfrm>
            <a:off x="4135200" y="650250"/>
            <a:ext cx="4270500" cy="726900"/>
          </a:xfrm>
          <a:prstGeom prst="rect">
            <a:avLst/>
          </a:prstGeom>
        </p:spPr>
        <p:txBody>
          <a:bodyPr anchorCtr="0" anchor="ctr" bIns="34275" lIns="34275" spcFirstLastPara="1" rIns="34275" wrap="square" tIns="34275">
            <a:noAutofit/>
          </a:bodyPr>
          <a:lstStyle/>
          <a:p>
            <a:pPr indent="0" lvl="0" marL="0" rtl="0" algn="l">
              <a:spcBef>
                <a:spcPts val="0"/>
              </a:spcBef>
              <a:spcAft>
                <a:spcPts val="0"/>
              </a:spcAft>
              <a:buNone/>
            </a:pPr>
            <a:r>
              <a:rPr lang="en-GB"/>
              <a:t>File Handling</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pic>
        <p:nvPicPr>
          <p:cNvPr id="521" name="Google Shape;521;p53"/>
          <p:cNvPicPr preferRelativeResize="0"/>
          <p:nvPr>
            <p:ph idx="2" type="pic"/>
          </p:nvPr>
        </p:nvPicPr>
        <p:blipFill rotWithShape="1">
          <a:blip r:embed="rId3">
            <a:alphaModFix/>
          </a:blip>
          <a:srcRect b="5580" l="0" r="3091" t="0"/>
          <a:stretch/>
        </p:blipFill>
        <p:spPr>
          <a:xfrm>
            <a:off x="5184175" y="929025"/>
            <a:ext cx="3870600" cy="3771300"/>
          </a:xfrm>
          <a:prstGeom prst="roundRect">
            <a:avLst>
              <a:gd fmla="val 16667" name="adj"/>
            </a:avLst>
          </a:prstGeom>
        </p:spPr>
      </p:pic>
      <p:sp>
        <p:nvSpPr>
          <p:cNvPr id="522" name="Google Shape;522;p53"/>
          <p:cNvSpPr txBox="1"/>
          <p:nvPr>
            <p:ph type="title"/>
          </p:nvPr>
        </p:nvSpPr>
        <p:spPr>
          <a:xfrm>
            <a:off x="642700" y="650250"/>
            <a:ext cx="4270500" cy="726900"/>
          </a:xfrm>
          <a:prstGeom prst="rect">
            <a:avLst/>
          </a:prstGeom>
        </p:spPr>
        <p:txBody>
          <a:bodyPr anchorCtr="0" anchor="ctr" bIns="34275" lIns="34275" spcFirstLastPara="1" rIns="34275" wrap="square" tIns="34275">
            <a:noAutofit/>
          </a:bodyPr>
          <a:lstStyle/>
          <a:p>
            <a:pPr indent="0" lvl="0" marL="0" rtl="0" algn="l">
              <a:spcBef>
                <a:spcPts val="0"/>
              </a:spcBef>
              <a:spcAft>
                <a:spcPts val="0"/>
              </a:spcAft>
              <a:buNone/>
            </a:pPr>
            <a:r>
              <a:rPr lang="en-GB"/>
              <a:t>Object-Oriented Programming (OOP)</a:t>
            </a:r>
            <a:endParaRPr/>
          </a:p>
        </p:txBody>
      </p:sp>
      <p:sp>
        <p:nvSpPr>
          <p:cNvPr id="523" name="Google Shape;523;p53"/>
          <p:cNvSpPr txBox="1"/>
          <p:nvPr>
            <p:ph idx="1" type="subTitle"/>
          </p:nvPr>
        </p:nvSpPr>
        <p:spPr>
          <a:xfrm>
            <a:off x="1185925" y="1687125"/>
            <a:ext cx="37272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Inheritance</a:t>
            </a:r>
            <a:endParaRPr/>
          </a:p>
        </p:txBody>
      </p:sp>
      <p:sp>
        <p:nvSpPr>
          <p:cNvPr id="524" name="Google Shape;524;p53"/>
          <p:cNvSpPr txBox="1"/>
          <p:nvPr>
            <p:ph idx="3" type="subTitle"/>
          </p:nvPr>
        </p:nvSpPr>
        <p:spPr>
          <a:xfrm>
            <a:off x="1185925" y="2726325"/>
            <a:ext cx="37272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Classes and objects</a:t>
            </a:r>
            <a:endParaRPr/>
          </a:p>
        </p:txBody>
      </p:sp>
      <p:sp>
        <p:nvSpPr>
          <p:cNvPr id="525" name="Google Shape;525;p53"/>
          <p:cNvSpPr txBox="1"/>
          <p:nvPr>
            <p:ph idx="4" type="subTitle"/>
          </p:nvPr>
        </p:nvSpPr>
        <p:spPr>
          <a:xfrm>
            <a:off x="1185925" y="3765525"/>
            <a:ext cx="37272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Attributes and methods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pic>
        <p:nvPicPr>
          <p:cNvPr id="530" name="Google Shape;530;p54"/>
          <p:cNvPicPr preferRelativeResize="0"/>
          <p:nvPr>
            <p:ph idx="2" type="pic"/>
          </p:nvPr>
        </p:nvPicPr>
        <p:blipFill rotWithShape="1">
          <a:blip r:embed="rId3">
            <a:alphaModFix/>
          </a:blip>
          <a:srcRect b="22609" l="0" r="2997" t="15581"/>
          <a:stretch/>
        </p:blipFill>
        <p:spPr>
          <a:xfrm>
            <a:off x="5199200" y="81375"/>
            <a:ext cx="3748500" cy="2388600"/>
          </a:xfrm>
          <a:prstGeom prst="roundRect">
            <a:avLst>
              <a:gd fmla="val 16667" name="adj"/>
            </a:avLst>
          </a:prstGeom>
        </p:spPr>
      </p:pic>
      <p:sp>
        <p:nvSpPr>
          <p:cNvPr id="531" name="Google Shape;531;p54"/>
          <p:cNvSpPr txBox="1"/>
          <p:nvPr>
            <p:ph type="title"/>
          </p:nvPr>
        </p:nvSpPr>
        <p:spPr>
          <a:xfrm>
            <a:off x="632175" y="650250"/>
            <a:ext cx="5046000" cy="726900"/>
          </a:xfrm>
          <a:prstGeom prst="rect">
            <a:avLst/>
          </a:prstGeom>
        </p:spPr>
        <p:txBody>
          <a:bodyPr anchorCtr="0" anchor="ctr" bIns="34275" lIns="34275" spcFirstLastPara="1" rIns="34275" wrap="square" tIns="34275">
            <a:noAutofit/>
          </a:bodyPr>
          <a:lstStyle/>
          <a:p>
            <a:pPr indent="0" lvl="0" marL="0" rtl="0" algn="l">
              <a:spcBef>
                <a:spcPts val="0"/>
              </a:spcBef>
              <a:spcAft>
                <a:spcPts val="0"/>
              </a:spcAft>
              <a:buNone/>
            </a:pPr>
            <a:r>
              <a:rPr lang="en-GB"/>
              <a:t>Advanced Topics</a:t>
            </a:r>
            <a:endParaRPr/>
          </a:p>
        </p:txBody>
      </p:sp>
      <p:sp>
        <p:nvSpPr>
          <p:cNvPr id="532" name="Google Shape;532;p54"/>
          <p:cNvSpPr txBox="1"/>
          <p:nvPr>
            <p:ph idx="1" type="subTitle"/>
          </p:nvPr>
        </p:nvSpPr>
        <p:spPr>
          <a:xfrm>
            <a:off x="642700" y="1562500"/>
            <a:ext cx="4337400" cy="1964700"/>
          </a:xfrm>
          <a:prstGeom prst="rect">
            <a:avLst/>
          </a:prstGeom>
        </p:spPr>
        <p:txBody>
          <a:bodyPr anchorCtr="0" anchor="t" bIns="91425" lIns="91425" spcFirstLastPara="1" rIns="91425" wrap="square" tIns="91425">
            <a:noAutofit/>
          </a:bodyPr>
          <a:lstStyle/>
          <a:p>
            <a:pPr indent="-311150" lvl="0" marL="457200" rtl="0" algn="l">
              <a:lnSpc>
                <a:spcPct val="110000"/>
              </a:lnSpc>
              <a:spcBef>
                <a:spcPts val="0"/>
              </a:spcBef>
              <a:spcAft>
                <a:spcPts val="0"/>
              </a:spcAft>
              <a:buSzPts val="1300"/>
              <a:buChar char="●"/>
            </a:pPr>
            <a:r>
              <a:rPr lang="en-GB"/>
              <a:t>List comprehensions</a:t>
            </a:r>
            <a:endParaRPr/>
          </a:p>
          <a:p>
            <a:pPr indent="-311150" lvl="0" marL="457200" rtl="0" algn="l">
              <a:lnSpc>
                <a:spcPct val="110000"/>
              </a:lnSpc>
              <a:spcBef>
                <a:spcPts val="0"/>
              </a:spcBef>
              <a:spcAft>
                <a:spcPts val="0"/>
              </a:spcAft>
              <a:buSzPts val="1300"/>
              <a:buChar char="●"/>
            </a:pPr>
            <a:r>
              <a:rPr lang="en-GB"/>
              <a:t>Lambda functions</a:t>
            </a:r>
            <a:endParaRPr/>
          </a:p>
          <a:p>
            <a:pPr indent="-311150" lvl="0" marL="457200" rtl="0" algn="l">
              <a:lnSpc>
                <a:spcPct val="110000"/>
              </a:lnSpc>
              <a:spcBef>
                <a:spcPts val="0"/>
              </a:spcBef>
              <a:spcAft>
                <a:spcPts val="0"/>
              </a:spcAft>
              <a:buSzPts val="1300"/>
              <a:buChar char="●"/>
            </a:pPr>
            <a:r>
              <a:rPr lang="en-GB"/>
              <a:t>Generators</a:t>
            </a:r>
            <a:endParaRPr/>
          </a:p>
          <a:p>
            <a:pPr indent="-311150" lvl="0" marL="457200" rtl="0" algn="l">
              <a:lnSpc>
                <a:spcPct val="110000"/>
              </a:lnSpc>
              <a:spcBef>
                <a:spcPts val="0"/>
              </a:spcBef>
              <a:spcAft>
                <a:spcPts val="0"/>
              </a:spcAft>
              <a:buSzPts val="1300"/>
              <a:buChar char="●"/>
            </a:pPr>
            <a:r>
              <a:rPr lang="en-GB"/>
              <a:t>Decorators</a:t>
            </a:r>
            <a:endParaRPr/>
          </a:p>
        </p:txBody>
      </p:sp>
      <p:pic>
        <p:nvPicPr>
          <p:cNvPr id="533" name="Google Shape;533;p54"/>
          <p:cNvPicPr preferRelativeResize="0"/>
          <p:nvPr>
            <p:ph idx="2" type="pic"/>
          </p:nvPr>
        </p:nvPicPr>
        <p:blipFill rotWithShape="1">
          <a:blip r:embed="rId4">
            <a:alphaModFix/>
          </a:blip>
          <a:srcRect b="0" l="9127" r="13256" t="0"/>
          <a:stretch/>
        </p:blipFill>
        <p:spPr>
          <a:xfrm>
            <a:off x="5478150" y="2644350"/>
            <a:ext cx="3559200" cy="2388600"/>
          </a:xfrm>
          <a:prstGeom prst="roundRect">
            <a:avLst>
              <a:gd fmla="val 16667" name="adj"/>
            </a:avLst>
          </a:prstGeom>
        </p:spPr>
      </p:pic>
      <p:sp>
        <p:nvSpPr>
          <p:cNvPr id="534" name="Google Shape;534;p54"/>
          <p:cNvSpPr/>
          <p:nvPr/>
        </p:nvSpPr>
        <p:spPr>
          <a:xfrm>
            <a:off x="5663375" y="2706725"/>
            <a:ext cx="293700" cy="270000"/>
          </a:xfrm>
          <a:prstGeom prst="flowChart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icksand Medium"/>
              <a:ea typeface="Quicksand Medium"/>
              <a:cs typeface="Quicksand Medium"/>
              <a:sym typeface="Quicksand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55"/>
          <p:cNvSpPr txBox="1"/>
          <p:nvPr>
            <p:ph type="title"/>
          </p:nvPr>
        </p:nvSpPr>
        <p:spPr>
          <a:xfrm>
            <a:off x="632175" y="650250"/>
            <a:ext cx="5046000" cy="726900"/>
          </a:xfrm>
          <a:prstGeom prst="rect">
            <a:avLst/>
          </a:prstGeom>
        </p:spPr>
        <p:txBody>
          <a:bodyPr anchorCtr="0" anchor="ctr" bIns="34275" lIns="34275" spcFirstLastPara="1" rIns="34275" wrap="square" tIns="34275">
            <a:noAutofit/>
          </a:bodyPr>
          <a:lstStyle/>
          <a:p>
            <a:pPr indent="0" lvl="0" marL="0" rtl="0" algn="l">
              <a:spcBef>
                <a:spcPts val="0"/>
              </a:spcBef>
              <a:spcAft>
                <a:spcPts val="0"/>
              </a:spcAft>
              <a:buNone/>
            </a:pPr>
            <a:r>
              <a:rPr lang="en-GB"/>
              <a:t>Conclusion</a:t>
            </a:r>
            <a:endParaRPr/>
          </a:p>
        </p:txBody>
      </p:sp>
      <p:sp>
        <p:nvSpPr>
          <p:cNvPr id="540" name="Google Shape;540;p55"/>
          <p:cNvSpPr txBox="1"/>
          <p:nvPr>
            <p:ph idx="1" type="subTitle"/>
          </p:nvPr>
        </p:nvSpPr>
        <p:spPr>
          <a:xfrm>
            <a:off x="642700" y="1562500"/>
            <a:ext cx="4337400" cy="19647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a:t>This outline covers the basics comprehensively. Each slide can include bullet points, code snippets, and possibly diagrams to illustrate the concepts. Let me know if you'd like more detailed content for any specific slide!</a:t>
            </a:r>
            <a:endParaRPr/>
          </a:p>
          <a:p>
            <a:pPr indent="-311150" lvl="0" marL="457200" rtl="0" algn="l">
              <a:lnSpc>
                <a:spcPct val="110000"/>
              </a:lnSpc>
              <a:spcBef>
                <a:spcPts val="0"/>
              </a:spcBef>
              <a:spcAft>
                <a:spcPts val="0"/>
              </a:spcAft>
              <a:buSzPts val="1300"/>
              <a:buChar char="●"/>
            </a:pPr>
            <a:r>
              <a:rPr lang="en-GB"/>
              <a:t>Summary of key points</a:t>
            </a:r>
            <a:endParaRPr/>
          </a:p>
          <a:p>
            <a:pPr indent="-311150" lvl="0" marL="457200" rtl="0" algn="l">
              <a:lnSpc>
                <a:spcPct val="110000"/>
              </a:lnSpc>
              <a:spcBef>
                <a:spcPts val="0"/>
              </a:spcBef>
              <a:spcAft>
                <a:spcPts val="0"/>
              </a:spcAft>
              <a:buSzPts val="1300"/>
              <a:buChar char="●"/>
            </a:pPr>
            <a:r>
              <a:rPr lang="en-GB"/>
              <a:t>Encouragement to practice and explore further</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56"/>
          <p:cNvSpPr txBox="1"/>
          <p:nvPr>
            <p:ph type="title"/>
          </p:nvPr>
        </p:nvSpPr>
        <p:spPr>
          <a:xfrm>
            <a:off x="530400" y="2208300"/>
            <a:ext cx="8083200" cy="726900"/>
          </a:xfrm>
          <a:prstGeom prst="rect">
            <a:avLst/>
          </a:prstGeom>
        </p:spPr>
        <p:txBody>
          <a:bodyPr anchorCtr="0" anchor="ctr" bIns="34275" lIns="34275" spcFirstLastPara="1" rIns="34275" wrap="square" tIns="34275">
            <a:noAutofit/>
          </a:bodyPr>
          <a:lstStyle/>
          <a:p>
            <a:pPr indent="0" lvl="0" marL="0" rtl="0" algn="ctr">
              <a:spcBef>
                <a:spcPts val="0"/>
              </a:spcBef>
              <a:spcAft>
                <a:spcPts val="0"/>
              </a:spcAft>
              <a:buNone/>
            </a:pPr>
            <a:r>
              <a:rPr lang="en-GB"/>
              <a:t>Thank you for your time and attention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layful Voyage - v1">
  <a:themeElements>
    <a:clrScheme name="Office">
      <a:dk1>
        <a:srgbClr val="062932"/>
      </a:dk1>
      <a:lt1>
        <a:srgbClr val="FFFFFF"/>
      </a:lt1>
      <a:dk2>
        <a:srgbClr val="44546A"/>
      </a:dk2>
      <a:lt2>
        <a:srgbClr val="D7F6FF"/>
      </a:lt2>
      <a:accent1>
        <a:srgbClr val="4472C4"/>
      </a:accent1>
      <a:accent2>
        <a:srgbClr val="ED7D31"/>
      </a:accent2>
      <a:accent3>
        <a:srgbClr val="06EADD"/>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